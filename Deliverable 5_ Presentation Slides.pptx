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5"/>
    <p:sldMasterId id="214748370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Montserrat"/>
      <p:regular r:id="rId22"/>
      <p:bold r:id="rId23"/>
      <p:italic r:id="rId24"/>
      <p:boldItalic r:id="rId25"/>
    </p:embeddedFont>
    <p:embeddedFont>
      <p:font typeface="Montserrat Medium"/>
      <p:regular r:id="rId26"/>
      <p:bold r:id="rId27"/>
      <p:italic r:id="rId28"/>
      <p:boldItalic r:id="rId29"/>
    </p:embeddedFont>
    <p:embeddedFont>
      <p:font typeface="Source Serif 4"/>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5BA3FF-BF9A-419B-B8E1-38A0044ED013}">
  <a:tblStyle styleId="{655BA3FF-BF9A-419B-B8E1-38A0044ED01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Montserrat-regular.fntdata"/><Relationship Id="rId21" Type="http://schemas.openxmlformats.org/officeDocument/2006/relationships/slide" Target="slides/slide14.xml"/><Relationship Id="rId24" Type="http://schemas.openxmlformats.org/officeDocument/2006/relationships/font" Target="fonts/Montserrat-italic.fntdata"/><Relationship Id="rId23" Type="http://schemas.openxmlformats.org/officeDocument/2006/relationships/font" Target="fonts/Montserrat-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MontserratMedium-regular.fntdata"/><Relationship Id="rId25" Type="http://schemas.openxmlformats.org/officeDocument/2006/relationships/font" Target="fonts/Montserrat-boldItalic.fntdata"/><Relationship Id="rId28" Type="http://schemas.openxmlformats.org/officeDocument/2006/relationships/font" Target="fonts/MontserratMedium-italic.fntdata"/><Relationship Id="rId27" Type="http://schemas.openxmlformats.org/officeDocument/2006/relationships/font" Target="fonts/MontserratMedium-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ontserratMedium-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SourceSerif4-bold.fntdata"/><Relationship Id="rId30" Type="http://schemas.openxmlformats.org/officeDocument/2006/relationships/font" Target="fonts/SourceSerif4-regular.fntdata"/><Relationship Id="rId11" Type="http://schemas.openxmlformats.org/officeDocument/2006/relationships/slide" Target="slides/slide4.xml"/><Relationship Id="rId33" Type="http://schemas.openxmlformats.org/officeDocument/2006/relationships/font" Target="fonts/SourceSerif4-boldItalic.fntdata"/><Relationship Id="rId10" Type="http://schemas.openxmlformats.org/officeDocument/2006/relationships/slide" Target="slides/slide3.xml"/><Relationship Id="rId32" Type="http://schemas.openxmlformats.org/officeDocument/2006/relationships/font" Target="fonts/SourceSerif4-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d5e25b17fd_0_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d5e25b17fd_0_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source: https://www.researchgate.net/figure/A-A-BLAST-sequence-alignment-report-from-the-GenBank-validates-the-sequences_fig4_263433084</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d5e25b17fd_0_9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d5e25b17fd_0_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d5e25b17f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d5e25b17f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d5e25b17fd_0_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d5e25b17fd_0_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d71dd5220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d71dd5220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d71dd5220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d71dd5220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step in extension is to perform an ungapped extension of all seeds that passed the 2-hit filtration stage. During all extension stages, we are using the X-drop heuristic which stops the extension when the alignment score drops X below the greatest score seen so far. This is an adaptive banding method that aims to reduce the search space while still allows the alignment to explore more freely, rather than using a strict distance-based band. The ungapped extension stage is put through an S1 threshold, which aims to reduce noise and further refine the number of seeds passed to gapped extension. S1 is usually a statistical threshold, keeping only ungapped alignments that are significant. Here, we are using S1, then further taking only the top 3% for gapped alignment due to limited compute power.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Xdrop image source: https://people.eecs.berkeley.edu/~aydin/ipdps_logan_2020.pdf</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d7287272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d7287272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seeds that pass the S1 threshold then go into the most </a:t>
            </a:r>
            <a:r>
              <a:rPr lang="en"/>
              <a:t>computationally</a:t>
            </a:r>
            <a:r>
              <a:rPr lang="en"/>
              <a:t> intense part of alignment – the gapped extension. We are using a 3-state DP matrix to support affine gap penalties and maintaining backtracking pointers so that we can reconstruct the final aligned strings. In this stage, we’re essentially doing a modified Smith-Waterman, forcing the the alignment to start at the seed and allowing it to end at any point in the matrix. </a:t>
            </a:r>
            <a:endParaRPr/>
          </a:p>
          <a:p>
            <a:pPr indent="0" lvl="0" marL="0" rtl="0" algn="l">
              <a:spcBef>
                <a:spcPts val="0"/>
              </a:spcBef>
              <a:spcAft>
                <a:spcPts val="0"/>
              </a:spcAft>
              <a:buNone/>
            </a:pPr>
            <a:r>
              <a:rPr lang="en"/>
              <a:t>Rather than using a full DP matrix, we are using a dictionary to store scores and backtracking pointers to reduce the space requirements. As a result, if a cell doesn’t pass the X-drop condition, the cell is never instantiated in the dictionary and the rest of the row is pruned, since X-drop assumes the </a:t>
            </a:r>
            <a:r>
              <a:rPr lang="en"/>
              <a:t>alignment</a:t>
            </a:r>
            <a:r>
              <a:rPr lang="en"/>
              <a:t> cannot be recovered </a:t>
            </a:r>
            <a:r>
              <a:rPr lang="en"/>
              <a:t>beyond</a:t>
            </a:r>
            <a:r>
              <a:rPr lang="en"/>
              <a:t> this point.</a:t>
            </a:r>
            <a:endParaRPr/>
          </a:p>
          <a:p>
            <a:pPr indent="0" lvl="0" marL="0" rtl="0" algn="l">
              <a:spcBef>
                <a:spcPts val="0"/>
              </a:spcBef>
              <a:spcAft>
                <a:spcPts val="0"/>
              </a:spcAft>
              <a:buNone/>
            </a:pPr>
            <a:r>
              <a:rPr lang="en"/>
              <a:t>We extend in the forward and reverse direction anchored at the seed, still keeping the X-drop adaptive banding, and then stitching the final alignments together to get the final aligned query and reference sequences.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d71dd5220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d71dd5220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d71dd5220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d71dd5220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d71dd5220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d71dd5220b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d71dd5220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d71dd5220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d71dd5220b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d71dd5220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d5e25b17fd_0_1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d5e25b17fd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d5e25b17fd_0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d5e25b17fd_0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
    <p:spTree>
      <p:nvGrpSpPr>
        <p:cNvPr id="54" name="Shape 54"/>
        <p:cNvGrpSpPr/>
        <p:nvPr/>
      </p:nvGrpSpPr>
      <p:grpSpPr>
        <a:xfrm>
          <a:off x="0" y="0"/>
          <a:ext cx="0" cy="0"/>
          <a:chOff x="0" y="0"/>
          <a:chExt cx="0" cy="0"/>
        </a:xfrm>
      </p:grpSpPr>
      <p:cxnSp>
        <p:nvCxnSpPr>
          <p:cNvPr id="55" name="Google Shape;55;p14"/>
          <p:cNvCxnSpPr/>
          <p:nvPr/>
        </p:nvCxnSpPr>
        <p:spPr>
          <a:xfrm>
            <a:off x="0" y="3618350"/>
            <a:ext cx="9144000" cy="0"/>
          </a:xfrm>
          <a:prstGeom prst="straightConnector1">
            <a:avLst/>
          </a:prstGeom>
          <a:noFill/>
          <a:ln cap="flat" cmpd="sng" w="9525">
            <a:solidFill>
              <a:schemeClr val="dk1"/>
            </a:solidFill>
            <a:prstDash val="solid"/>
            <a:round/>
            <a:headEnd len="med" w="med" type="none"/>
            <a:tailEnd len="med" w="med" type="none"/>
          </a:ln>
        </p:spPr>
      </p:cxnSp>
      <p:sp>
        <p:nvSpPr>
          <p:cNvPr id="56" name="Google Shape;56;p14"/>
          <p:cNvSpPr/>
          <p:nvPr>
            <p:ph idx="2" type="pic"/>
          </p:nvPr>
        </p:nvSpPr>
        <p:spPr>
          <a:xfrm rot="-5400000">
            <a:off x="4689300" y="690800"/>
            <a:ext cx="3062700" cy="5855100"/>
          </a:xfrm>
          <a:prstGeom prst="round2SameRect">
            <a:avLst>
              <a:gd fmla="val 50000" name="adj1"/>
              <a:gd fmla="val 0" name="adj2"/>
            </a:avLst>
          </a:prstGeom>
          <a:noFill/>
          <a:ln>
            <a:noFill/>
          </a:ln>
        </p:spPr>
      </p:sp>
      <p:sp>
        <p:nvSpPr>
          <p:cNvPr id="57" name="Google Shape;57;p14"/>
          <p:cNvSpPr txBox="1"/>
          <p:nvPr>
            <p:ph type="title"/>
          </p:nvPr>
        </p:nvSpPr>
        <p:spPr>
          <a:xfrm>
            <a:off x="256050" y="331317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58" name="Google Shape;58;p14"/>
          <p:cNvSpPr txBox="1"/>
          <p:nvPr>
            <p:ph idx="3" type="title"/>
          </p:nvPr>
        </p:nvSpPr>
        <p:spPr>
          <a:xfrm>
            <a:off x="256050" y="380052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59" name="Google Shape;59;p14"/>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60" name="Google Shape;60;p14"/>
          <p:cNvSpPr txBox="1"/>
          <p:nvPr>
            <p:ph idx="4" type="title"/>
          </p:nvPr>
        </p:nvSpPr>
        <p:spPr>
          <a:xfrm>
            <a:off x="256050" y="256025"/>
            <a:ext cx="8631900" cy="11355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6000"/>
              <a:buFont typeface="Montserrat"/>
              <a:buNone/>
              <a:defRPr sz="6000">
                <a:latin typeface="Montserrat"/>
                <a:ea typeface="Montserrat"/>
                <a:cs typeface="Montserrat"/>
                <a:sym typeface="Montserrat"/>
              </a:defRPr>
            </a:lvl1pPr>
            <a:lvl2pPr lvl="1">
              <a:spcBef>
                <a:spcPts val="0"/>
              </a:spcBef>
              <a:spcAft>
                <a:spcPts val="0"/>
              </a:spcAft>
              <a:buClr>
                <a:schemeClr val="dk1"/>
              </a:buClr>
              <a:buSzPts val="6000"/>
              <a:buFont typeface="Montserrat"/>
              <a:buNone/>
              <a:defRPr sz="6000">
                <a:latin typeface="Montserrat"/>
                <a:ea typeface="Montserrat"/>
                <a:cs typeface="Montserrat"/>
                <a:sym typeface="Montserrat"/>
              </a:defRPr>
            </a:lvl2pPr>
            <a:lvl3pPr lvl="2">
              <a:spcBef>
                <a:spcPts val="0"/>
              </a:spcBef>
              <a:spcAft>
                <a:spcPts val="0"/>
              </a:spcAft>
              <a:buClr>
                <a:schemeClr val="dk1"/>
              </a:buClr>
              <a:buSzPts val="6000"/>
              <a:buFont typeface="Montserrat"/>
              <a:buNone/>
              <a:defRPr sz="6000">
                <a:latin typeface="Montserrat"/>
                <a:ea typeface="Montserrat"/>
                <a:cs typeface="Montserrat"/>
                <a:sym typeface="Montserrat"/>
              </a:defRPr>
            </a:lvl3pPr>
            <a:lvl4pPr lvl="3">
              <a:spcBef>
                <a:spcPts val="0"/>
              </a:spcBef>
              <a:spcAft>
                <a:spcPts val="0"/>
              </a:spcAft>
              <a:buClr>
                <a:schemeClr val="dk1"/>
              </a:buClr>
              <a:buSzPts val="6000"/>
              <a:buFont typeface="Montserrat"/>
              <a:buNone/>
              <a:defRPr sz="6000">
                <a:latin typeface="Montserrat"/>
                <a:ea typeface="Montserrat"/>
                <a:cs typeface="Montserrat"/>
                <a:sym typeface="Montserrat"/>
              </a:defRPr>
            </a:lvl4pPr>
            <a:lvl5pPr lvl="4">
              <a:spcBef>
                <a:spcPts val="0"/>
              </a:spcBef>
              <a:spcAft>
                <a:spcPts val="0"/>
              </a:spcAft>
              <a:buClr>
                <a:schemeClr val="dk1"/>
              </a:buClr>
              <a:buSzPts val="6000"/>
              <a:buFont typeface="Montserrat"/>
              <a:buNone/>
              <a:defRPr sz="6000">
                <a:latin typeface="Montserrat"/>
                <a:ea typeface="Montserrat"/>
                <a:cs typeface="Montserrat"/>
                <a:sym typeface="Montserrat"/>
              </a:defRPr>
            </a:lvl5pPr>
            <a:lvl6pPr lvl="5">
              <a:spcBef>
                <a:spcPts val="0"/>
              </a:spcBef>
              <a:spcAft>
                <a:spcPts val="0"/>
              </a:spcAft>
              <a:buClr>
                <a:schemeClr val="dk1"/>
              </a:buClr>
              <a:buSzPts val="6000"/>
              <a:buFont typeface="Montserrat"/>
              <a:buNone/>
              <a:defRPr sz="6000">
                <a:latin typeface="Montserrat"/>
                <a:ea typeface="Montserrat"/>
                <a:cs typeface="Montserrat"/>
                <a:sym typeface="Montserrat"/>
              </a:defRPr>
            </a:lvl6pPr>
            <a:lvl7pPr lvl="6">
              <a:spcBef>
                <a:spcPts val="0"/>
              </a:spcBef>
              <a:spcAft>
                <a:spcPts val="0"/>
              </a:spcAft>
              <a:buClr>
                <a:schemeClr val="dk1"/>
              </a:buClr>
              <a:buSzPts val="6000"/>
              <a:buFont typeface="Montserrat"/>
              <a:buNone/>
              <a:defRPr sz="6000">
                <a:latin typeface="Montserrat"/>
                <a:ea typeface="Montserrat"/>
                <a:cs typeface="Montserrat"/>
                <a:sym typeface="Montserrat"/>
              </a:defRPr>
            </a:lvl7pPr>
            <a:lvl8pPr lvl="7">
              <a:spcBef>
                <a:spcPts val="0"/>
              </a:spcBef>
              <a:spcAft>
                <a:spcPts val="0"/>
              </a:spcAft>
              <a:buClr>
                <a:schemeClr val="dk1"/>
              </a:buClr>
              <a:buSzPts val="6000"/>
              <a:buFont typeface="Montserrat"/>
              <a:buNone/>
              <a:defRPr sz="6000">
                <a:latin typeface="Montserrat"/>
                <a:ea typeface="Montserrat"/>
                <a:cs typeface="Montserrat"/>
                <a:sym typeface="Montserrat"/>
              </a:defRPr>
            </a:lvl8pPr>
            <a:lvl9pPr lvl="8">
              <a:spcBef>
                <a:spcPts val="0"/>
              </a:spcBef>
              <a:spcAft>
                <a:spcPts val="0"/>
              </a:spcAft>
              <a:buClr>
                <a:schemeClr val="dk1"/>
              </a:buClr>
              <a:buSzPts val="6000"/>
              <a:buFont typeface="Montserrat"/>
              <a:buNone/>
              <a:defRPr sz="6000">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p:cSld name="BLANK_1_1_1">
    <p:spTree>
      <p:nvGrpSpPr>
        <p:cNvPr id="61" name="Shape 61"/>
        <p:cNvGrpSpPr/>
        <p:nvPr/>
      </p:nvGrpSpPr>
      <p:grpSpPr>
        <a:xfrm>
          <a:off x="0" y="0"/>
          <a:ext cx="0" cy="0"/>
          <a:chOff x="0" y="0"/>
          <a:chExt cx="0" cy="0"/>
        </a:xfrm>
      </p:grpSpPr>
      <p:sp>
        <p:nvSpPr>
          <p:cNvPr id="62" name="Google Shape;62;p15"/>
          <p:cNvSpPr txBox="1"/>
          <p:nvPr>
            <p:ph idx="1" type="body"/>
          </p:nvPr>
        </p:nvSpPr>
        <p:spPr>
          <a:xfrm>
            <a:off x="256025" y="26476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63" name="Google Shape;63;p15"/>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64" name="Google Shape;64;p15"/>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_1_2">
    <p:spTree>
      <p:nvGrpSpPr>
        <p:cNvPr id="65" name="Shape 65"/>
        <p:cNvGrpSpPr/>
        <p:nvPr/>
      </p:nvGrpSpPr>
      <p:grpSpPr>
        <a:xfrm>
          <a:off x="0" y="0"/>
          <a:ext cx="0" cy="0"/>
          <a:chOff x="0" y="0"/>
          <a:chExt cx="0" cy="0"/>
        </a:xfrm>
      </p:grpSpPr>
      <p:sp>
        <p:nvSpPr>
          <p:cNvPr id="66" name="Google Shape;66;p16"/>
          <p:cNvSpPr/>
          <p:nvPr/>
        </p:nvSpPr>
        <p:spPr>
          <a:xfrm>
            <a:off x="4572000" y="-6600"/>
            <a:ext cx="4572000" cy="515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7" name="Google Shape;67;p16"/>
          <p:cNvSpPr txBox="1"/>
          <p:nvPr>
            <p:ph type="title"/>
          </p:nvPr>
        </p:nvSpPr>
        <p:spPr>
          <a:xfrm>
            <a:off x="256025" y="213150"/>
            <a:ext cx="4261200" cy="1005900"/>
          </a:xfrm>
          <a:prstGeom prst="rect">
            <a:avLst/>
          </a:prstGeom>
        </p:spPr>
        <p:txBody>
          <a:bodyPr anchorCtr="0" anchor="t" bIns="0" lIns="0" spcFirstLastPara="1" rIns="0" wrap="square" tIns="0">
            <a:norm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68" name="Google Shape;68;p16"/>
          <p:cNvSpPr txBox="1"/>
          <p:nvPr>
            <p:ph idx="1" type="body"/>
          </p:nvPr>
        </p:nvSpPr>
        <p:spPr>
          <a:xfrm>
            <a:off x="256025" y="15472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69" name="Google Shape;69;p16"/>
          <p:cNvSpPr txBox="1"/>
          <p:nvPr>
            <p:ph idx="2" type="title"/>
          </p:nvPr>
        </p:nvSpPr>
        <p:spPr>
          <a:xfrm>
            <a:off x="6067500" y="4448600"/>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1000">
                <a:solidFill>
                  <a:schemeClr val="lt2"/>
                </a:solidFill>
                <a:latin typeface="Montserrat"/>
                <a:ea typeface="Montserrat"/>
                <a:cs typeface="Montserrat"/>
                <a:sym typeface="Montserrat"/>
              </a:defRPr>
            </a:lvl1pPr>
            <a:lvl2pPr lvl="1">
              <a:lnSpc>
                <a:spcPct val="115000"/>
              </a:lnSpc>
              <a:spcBef>
                <a:spcPts val="0"/>
              </a:spcBef>
              <a:spcAft>
                <a:spcPts val="0"/>
              </a:spcAft>
              <a:buNone/>
              <a:defRPr sz="1000">
                <a:solidFill>
                  <a:schemeClr val="lt2"/>
                </a:solidFill>
                <a:latin typeface="Montserrat"/>
                <a:ea typeface="Montserrat"/>
                <a:cs typeface="Montserrat"/>
                <a:sym typeface="Montserrat"/>
              </a:defRPr>
            </a:lvl2pPr>
            <a:lvl3pPr lvl="2">
              <a:lnSpc>
                <a:spcPct val="115000"/>
              </a:lnSpc>
              <a:spcBef>
                <a:spcPts val="0"/>
              </a:spcBef>
              <a:spcAft>
                <a:spcPts val="0"/>
              </a:spcAft>
              <a:buNone/>
              <a:defRPr sz="1000">
                <a:solidFill>
                  <a:schemeClr val="lt2"/>
                </a:solidFill>
                <a:latin typeface="Montserrat"/>
                <a:ea typeface="Montserrat"/>
                <a:cs typeface="Montserrat"/>
                <a:sym typeface="Montserrat"/>
              </a:defRPr>
            </a:lvl3pPr>
            <a:lvl4pPr lvl="3">
              <a:lnSpc>
                <a:spcPct val="115000"/>
              </a:lnSpc>
              <a:spcBef>
                <a:spcPts val="0"/>
              </a:spcBef>
              <a:spcAft>
                <a:spcPts val="0"/>
              </a:spcAft>
              <a:buNone/>
              <a:defRPr sz="1000">
                <a:solidFill>
                  <a:schemeClr val="lt2"/>
                </a:solidFill>
                <a:latin typeface="Montserrat"/>
                <a:ea typeface="Montserrat"/>
                <a:cs typeface="Montserrat"/>
                <a:sym typeface="Montserrat"/>
              </a:defRPr>
            </a:lvl4pPr>
            <a:lvl5pPr lvl="4">
              <a:lnSpc>
                <a:spcPct val="115000"/>
              </a:lnSpc>
              <a:spcBef>
                <a:spcPts val="0"/>
              </a:spcBef>
              <a:spcAft>
                <a:spcPts val="0"/>
              </a:spcAft>
              <a:buNone/>
              <a:defRPr sz="1000">
                <a:solidFill>
                  <a:schemeClr val="lt2"/>
                </a:solidFill>
                <a:latin typeface="Montserrat"/>
                <a:ea typeface="Montserrat"/>
                <a:cs typeface="Montserrat"/>
                <a:sym typeface="Montserrat"/>
              </a:defRPr>
            </a:lvl5pPr>
            <a:lvl6pPr lvl="5">
              <a:lnSpc>
                <a:spcPct val="115000"/>
              </a:lnSpc>
              <a:spcBef>
                <a:spcPts val="0"/>
              </a:spcBef>
              <a:spcAft>
                <a:spcPts val="0"/>
              </a:spcAft>
              <a:buNone/>
              <a:defRPr sz="1000">
                <a:solidFill>
                  <a:schemeClr val="lt2"/>
                </a:solidFill>
                <a:latin typeface="Montserrat"/>
                <a:ea typeface="Montserrat"/>
                <a:cs typeface="Montserrat"/>
                <a:sym typeface="Montserrat"/>
              </a:defRPr>
            </a:lvl6pPr>
            <a:lvl7pPr lvl="6">
              <a:lnSpc>
                <a:spcPct val="115000"/>
              </a:lnSpc>
              <a:spcBef>
                <a:spcPts val="0"/>
              </a:spcBef>
              <a:spcAft>
                <a:spcPts val="0"/>
              </a:spcAft>
              <a:buNone/>
              <a:defRPr sz="1000">
                <a:solidFill>
                  <a:schemeClr val="lt2"/>
                </a:solidFill>
                <a:latin typeface="Montserrat"/>
                <a:ea typeface="Montserrat"/>
                <a:cs typeface="Montserrat"/>
                <a:sym typeface="Montserrat"/>
              </a:defRPr>
            </a:lvl7pPr>
            <a:lvl8pPr lvl="7">
              <a:lnSpc>
                <a:spcPct val="115000"/>
              </a:lnSpc>
              <a:spcBef>
                <a:spcPts val="0"/>
              </a:spcBef>
              <a:spcAft>
                <a:spcPts val="0"/>
              </a:spcAft>
              <a:buNone/>
              <a:defRPr sz="1000">
                <a:solidFill>
                  <a:schemeClr val="lt2"/>
                </a:solidFill>
                <a:latin typeface="Montserrat"/>
                <a:ea typeface="Montserrat"/>
                <a:cs typeface="Montserrat"/>
                <a:sym typeface="Montserrat"/>
              </a:defRPr>
            </a:lvl8pPr>
            <a:lvl9pPr lvl="8">
              <a:lnSpc>
                <a:spcPct val="115000"/>
              </a:lnSpc>
              <a:spcBef>
                <a:spcPts val="0"/>
              </a:spcBef>
              <a:spcAft>
                <a:spcPts val="0"/>
              </a:spcAft>
              <a:buNone/>
              <a:defRPr sz="1000">
                <a:solidFill>
                  <a:schemeClr val="lt2"/>
                </a:solidFill>
                <a:latin typeface="Montserrat"/>
                <a:ea typeface="Montserrat"/>
                <a:cs typeface="Montserrat"/>
                <a:sym typeface="Montserrat"/>
              </a:defRPr>
            </a:lvl9pPr>
          </a:lstStyle>
          <a:p/>
        </p:txBody>
      </p:sp>
      <p:sp>
        <p:nvSpPr>
          <p:cNvPr id="70" name="Google Shape;70;p16"/>
          <p:cNvSpPr txBox="1"/>
          <p:nvPr>
            <p:ph idx="3" type="title"/>
          </p:nvPr>
        </p:nvSpPr>
        <p:spPr>
          <a:xfrm>
            <a:off x="6067500" y="4621154"/>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800">
                <a:solidFill>
                  <a:schemeClr val="lt2"/>
                </a:solidFill>
              </a:defRPr>
            </a:lvl1pPr>
            <a:lvl2pPr lvl="1">
              <a:lnSpc>
                <a:spcPct val="115000"/>
              </a:lnSpc>
              <a:spcBef>
                <a:spcPts val="0"/>
              </a:spcBef>
              <a:spcAft>
                <a:spcPts val="0"/>
              </a:spcAft>
              <a:buNone/>
              <a:defRPr sz="800">
                <a:solidFill>
                  <a:schemeClr val="lt2"/>
                </a:solidFill>
              </a:defRPr>
            </a:lvl2pPr>
            <a:lvl3pPr lvl="2">
              <a:lnSpc>
                <a:spcPct val="115000"/>
              </a:lnSpc>
              <a:spcBef>
                <a:spcPts val="0"/>
              </a:spcBef>
              <a:spcAft>
                <a:spcPts val="0"/>
              </a:spcAft>
              <a:buNone/>
              <a:defRPr sz="800">
                <a:solidFill>
                  <a:schemeClr val="lt2"/>
                </a:solidFill>
              </a:defRPr>
            </a:lvl3pPr>
            <a:lvl4pPr lvl="3">
              <a:lnSpc>
                <a:spcPct val="115000"/>
              </a:lnSpc>
              <a:spcBef>
                <a:spcPts val="0"/>
              </a:spcBef>
              <a:spcAft>
                <a:spcPts val="0"/>
              </a:spcAft>
              <a:buNone/>
              <a:defRPr sz="800">
                <a:solidFill>
                  <a:schemeClr val="lt2"/>
                </a:solidFill>
              </a:defRPr>
            </a:lvl4pPr>
            <a:lvl5pPr lvl="4">
              <a:lnSpc>
                <a:spcPct val="115000"/>
              </a:lnSpc>
              <a:spcBef>
                <a:spcPts val="0"/>
              </a:spcBef>
              <a:spcAft>
                <a:spcPts val="0"/>
              </a:spcAft>
              <a:buNone/>
              <a:defRPr sz="800">
                <a:solidFill>
                  <a:schemeClr val="lt2"/>
                </a:solidFill>
              </a:defRPr>
            </a:lvl5pPr>
            <a:lvl6pPr lvl="5">
              <a:lnSpc>
                <a:spcPct val="115000"/>
              </a:lnSpc>
              <a:spcBef>
                <a:spcPts val="0"/>
              </a:spcBef>
              <a:spcAft>
                <a:spcPts val="0"/>
              </a:spcAft>
              <a:buNone/>
              <a:defRPr sz="800">
                <a:solidFill>
                  <a:schemeClr val="lt2"/>
                </a:solidFill>
              </a:defRPr>
            </a:lvl6pPr>
            <a:lvl7pPr lvl="6">
              <a:lnSpc>
                <a:spcPct val="115000"/>
              </a:lnSpc>
              <a:spcBef>
                <a:spcPts val="0"/>
              </a:spcBef>
              <a:spcAft>
                <a:spcPts val="0"/>
              </a:spcAft>
              <a:buNone/>
              <a:defRPr sz="800">
                <a:solidFill>
                  <a:schemeClr val="lt2"/>
                </a:solidFill>
              </a:defRPr>
            </a:lvl7pPr>
            <a:lvl8pPr lvl="7">
              <a:lnSpc>
                <a:spcPct val="115000"/>
              </a:lnSpc>
              <a:spcBef>
                <a:spcPts val="0"/>
              </a:spcBef>
              <a:spcAft>
                <a:spcPts val="0"/>
              </a:spcAft>
              <a:buNone/>
              <a:defRPr sz="800">
                <a:solidFill>
                  <a:schemeClr val="lt2"/>
                </a:solidFill>
              </a:defRPr>
            </a:lvl8pPr>
            <a:lvl9pPr lvl="8">
              <a:lnSpc>
                <a:spcPct val="115000"/>
              </a:lnSpc>
              <a:spcBef>
                <a:spcPts val="0"/>
              </a:spcBef>
              <a:spcAft>
                <a:spcPts val="0"/>
              </a:spcAft>
              <a:buNone/>
              <a:defRPr sz="800">
                <a:solidFill>
                  <a:schemeClr val="lt2"/>
                </a:solidFill>
              </a:defRPr>
            </a:lvl9pPr>
          </a:lstStyle>
          <a:p/>
        </p:txBody>
      </p:sp>
      <p:sp>
        <p:nvSpPr>
          <p:cNvPr id="71" name="Google Shape;71;p16"/>
          <p:cNvSpPr txBox="1"/>
          <p:nvPr>
            <p:ph idx="4"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72" name="Google Shape;72;p16"/>
          <p:cNvSpPr txBox="1"/>
          <p:nvPr>
            <p:ph idx="5" type="body"/>
          </p:nvPr>
        </p:nvSpPr>
        <p:spPr>
          <a:xfrm>
            <a:off x="5190600" y="1902000"/>
            <a:ext cx="3639600" cy="1644300"/>
          </a:xfrm>
          <a:prstGeom prst="rect">
            <a:avLst/>
          </a:prstGeom>
        </p:spPr>
        <p:txBody>
          <a:bodyPr anchorCtr="0" anchor="t" bIns="0" lIns="0" spcFirstLastPara="1" rIns="0" wrap="square" tIns="0">
            <a:noAutofit/>
          </a:bodyPr>
          <a:lstStyle>
            <a:lvl1pPr indent="-342900" lvl="0" marL="457200" algn="ctr">
              <a:lnSpc>
                <a:spcPct val="115000"/>
              </a:lnSpc>
              <a:spcBef>
                <a:spcPts val="0"/>
              </a:spcBef>
              <a:spcAft>
                <a:spcPts val="0"/>
              </a:spcAft>
              <a:buClr>
                <a:schemeClr val="lt2"/>
              </a:buClr>
              <a:buSzPts val="1800"/>
              <a:buFont typeface="Montserrat"/>
              <a:buChar char="●"/>
              <a:defRPr sz="1800"/>
            </a:lvl1pPr>
            <a:lvl2pPr indent="-342900" lvl="1" marL="914400" algn="ctr">
              <a:lnSpc>
                <a:spcPct val="115000"/>
              </a:lnSpc>
              <a:spcBef>
                <a:spcPts val="0"/>
              </a:spcBef>
              <a:spcAft>
                <a:spcPts val="0"/>
              </a:spcAft>
              <a:buClr>
                <a:schemeClr val="lt2"/>
              </a:buClr>
              <a:buSzPts val="1800"/>
              <a:buFont typeface="Montserrat"/>
              <a:buChar char="○"/>
              <a:defRPr sz="1800"/>
            </a:lvl2pPr>
            <a:lvl3pPr indent="-342900" lvl="2" marL="1371600" algn="ctr">
              <a:lnSpc>
                <a:spcPct val="115000"/>
              </a:lnSpc>
              <a:spcBef>
                <a:spcPts val="0"/>
              </a:spcBef>
              <a:spcAft>
                <a:spcPts val="0"/>
              </a:spcAft>
              <a:buClr>
                <a:schemeClr val="lt2"/>
              </a:buClr>
              <a:buSzPts val="1800"/>
              <a:buFont typeface="Montserrat"/>
              <a:buChar char="■"/>
              <a:defRPr sz="1800"/>
            </a:lvl3pPr>
            <a:lvl4pPr indent="-342900" lvl="3" marL="1828800" algn="ctr">
              <a:lnSpc>
                <a:spcPct val="115000"/>
              </a:lnSpc>
              <a:spcBef>
                <a:spcPts val="0"/>
              </a:spcBef>
              <a:spcAft>
                <a:spcPts val="0"/>
              </a:spcAft>
              <a:buClr>
                <a:schemeClr val="lt2"/>
              </a:buClr>
              <a:buSzPts val="1800"/>
              <a:buFont typeface="Montserrat"/>
              <a:buChar char="●"/>
              <a:defRPr sz="1800"/>
            </a:lvl4pPr>
            <a:lvl5pPr indent="-342900" lvl="4" marL="2286000" algn="ctr">
              <a:lnSpc>
                <a:spcPct val="115000"/>
              </a:lnSpc>
              <a:spcBef>
                <a:spcPts val="0"/>
              </a:spcBef>
              <a:spcAft>
                <a:spcPts val="0"/>
              </a:spcAft>
              <a:buClr>
                <a:schemeClr val="lt2"/>
              </a:buClr>
              <a:buSzPts val="1800"/>
              <a:buFont typeface="Montserrat"/>
              <a:buChar char="○"/>
              <a:defRPr sz="1800"/>
            </a:lvl5pPr>
            <a:lvl6pPr indent="-342900" lvl="5" marL="2743200" algn="ctr">
              <a:lnSpc>
                <a:spcPct val="115000"/>
              </a:lnSpc>
              <a:spcBef>
                <a:spcPts val="0"/>
              </a:spcBef>
              <a:spcAft>
                <a:spcPts val="0"/>
              </a:spcAft>
              <a:buClr>
                <a:schemeClr val="lt2"/>
              </a:buClr>
              <a:buSzPts val="1800"/>
              <a:buFont typeface="Montserrat"/>
              <a:buChar char="■"/>
              <a:defRPr sz="1800"/>
            </a:lvl6pPr>
            <a:lvl7pPr indent="-342900" lvl="6" marL="3200400" algn="ctr">
              <a:lnSpc>
                <a:spcPct val="115000"/>
              </a:lnSpc>
              <a:spcBef>
                <a:spcPts val="0"/>
              </a:spcBef>
              <a:spcAft>
                <a:spcPts val="0"/>
              </a:spcAft>
              <a:buClr>
                <a:schemeClr val="lt2"/>
              </a:buClr>
              <a:buSzPts val="1800"/>
              <a:buFont typeface="Montserrat"/>
              <a:buChar char="●"/>
              <a:defRPr sz="1800"/>
            </a:lvl7pPr>
            <a:lvl8pPr indent="-342900" lvl="7" marL="3657600" algn="ctr">
              <a:lnSpc>
                <a:spcPct val="115000"/>
              </a:lnSpc>
              <a:spcBef>
                <a:spcPts val="0"/>
              </a:spcBef>
              <a:spcAft>
                <a:spcPts val="0"/>
              </a:spcAft>
              <a:buClr>
                <a:schemeClr val="lt2"/>
              </a:buClr>
              <a:buSzPts val="1800"/>
              <a:buFont typeface="Montserrat"/>
              <a:buChar char="○"/>
              <a:defRPr sz="1800"/>
            </a:lvl8pPr>
            <a:lvl9pPr indent="-342900" lvl="8" marL="4114800" algn="ctr">
              <a:lnSpc>
                <a:spcPct val="115000"/>
              </a:lnSpc>
              <a:spcBef>
                <a:spcPts val="0"/>
              </a:spcBef>
              <a:spcAft>
                <a:spcPts val="0"/>
              </a:spcAft>
              <a:buClr>
                <a:schemeClr val="lt2"/>
              </a:buClr>
              <a:buSzPts val="1800"/>
              <a:buFont typeface="Montserrat"/>
              <a:buChar char="■"/>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5">
    <p:bg>
      <p:bgPr>
        <a:solidFill>
          <a:schemeClr val="dk2"/>
        </a:solidFill>
      </p:bgPr>
    </p:bg>
    <p:spTree>
      <p:nvGrpSpPr>
        <p:cNvPr id="73" name="Shape 73"/>
        <p:cNvGrpSpPr/>
        <p:nvPr/>
      </p:nvGrpSpPr>
      <p:grpSpPr>
        <a:xfrm>
          <a:off x="0" y="0"/>
          <a:ext cx="0" cy="0"/>
          <a:chOff x="0" y="0"/>
          <a:chExt cx="0" cy="0"/>
        </a:xfrm>
      </p:grpSpPr>
      <p:sp>
        <p:nvSpPr>
          <p:cNvPr id="74" name="Google Shape;74;p17"/>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75" name="Google Shape;75;p17"/>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6" name="Google Shape;76;p17"/>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7" name="Google Shape;77;p17"/>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8" name="Google Shape;78;p17"/>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9" name="Google Shape;79;p17"/>
          <p:cNvSpPr txBox="1"/>
          <p:nvPr>
            <p:ph idx="1" type="body"/>
          </p:nvPr>
        </p:nvSpPr>
        <p:spPr>
          <a:xfrm>
            <a:off x="255975" y="183635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80" name="Google Shape;80;p17"/>
          <p:cNvSpPr txBox="1"/>
          <p:nvPr>
            <p:ph idx="2" type="title"/>
          </p:nvPr>
        </p:nvSpPr>
        <p:spPr>
          <a:xfrm>
            <a:off x="2559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81" name="Google Shape;81;p17"/>
          <p:cNvSpPr txBox="1"/>
          <p:nvPr>
            <p:ph idx="3" type="body"/>
          </p:nvPr>
        </p:nvSpPr>
        <p:spPr>
          <a:xfrm>
            <a:off x="250612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82" name="Google Shape;82;p17"/>
          <p:cNvSpPr txBox="1"/>
          <p:nvPr>
            <p:ph idx="4" type="title"/>
          </p:nvPr>
        </p:nvSpPr>
        <p:spPr>
          <a:xfrm>
            <a:off x="250612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83" name="Google Shape;83;p17"/>
          <p:cNvSpPr txBox="1"/>
          <p:nvPr>
            <p:ph idx="5" type="body"/>
          </p:nvPr>
        </p:nvSpPr>
        <p:spPr>
          <a:xfrm>
            <a:off x="475627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84" name="Google Shape;84;p17"/>
          <p:cNvSpPr txBox="1"/>
          <p:nvPr>
            <p:ph idx="6" type="title"/>
          </p:nvPr>
        </p:nvSpPr>
        <p:spPr>
          <a:xfrm>
            <a:off x="47562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BLANK_1_1_1_1_1_1_1_1_1_1_1_4">
    <p:spTree>
      <p:nvGrpSpPr>
        <p:cNvPr id="85" name="Shape 85"/>
        <p:cNvGrpSpPr/>
        <p:nvPr/>
      </p:nvGrpSpPr>
      <p:grpSpPr>
        <a:xfrm>
          <a:off x="0" y="0"/>
          <a:ext cx="0" cy="0"/>
          <a:chOff x="0" y="0"/>
          <a:chExt cx="0" cy="0"/>
        </a:xfrm>
      </p:grpSpPr>
      <p:sp>
        <p:nvSpPr>
          <p:cNvPr id="86" name="Google Shape;86;p18"/>
          <p:cNvSpPr/>
          <p:nvPr/>
        </p:nvSpPr>
        <p:spPr>
          <a:xfrm>
            <a:off x="-75" y="10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87" name="Google Shape;87;p18"/>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88" name="Google Shape;88;p18"/>
          <p:cNvSpPr txBox="1"/>
          <p:nvPr>
            <p:ph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89" name="Google Shape;89;p18"/>
          <p:cNvSpPr txBox="1"/>
          <p:nvPr>
            <p:ph idx="2"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90" name="Google Shape;90;p18"/>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2">
  <p:cSld name="BLANK_1_1_1_1_1_1_1_1_1_1_1_4_2">
    <p:spTree>
      <p:nvGrpSpPr>
        <p:cNvPr id="91" name="Shape 91"/>
        <p:cNvGrpSpPr/>
        <p:nvPr/>
      </p:nvGrpSpPr>
      <p:grpSpPr>
        <a:xfrm>
          <a:off x="0" y="0"/>
          <a:ext cx="0" cy="0"/>
          <a:chOff x="0" y="0"/>
          <a:chExt cx="0" cy="0"/>
        </a:xfrm>
      </p:grpSpPr>
      <p:sp>
        <p:nvSpPr>
          <p:cNvPr id="92" name="Google Shape;92;p19"/>
          <p:cNvSpPr/>
          <p:nvPr/>
        </p:nvSpPr>
        <p:spPr>
          <a:xfrm flipH="1">
            <a:off x="-25" y="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3" name="Google Shape;93;p19"/>
          <p:cNvSpPr txBox="1"/>
          <p:nvPr>
            <p:ph type="title"/>
          </p:nvPr>
        </p:nvSpPr>
        <p:spPr>
          <a:xfrm>
            <a:off x="256025" y="213150"/>
            <a:ext cx="60540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94" name="Google Shape;94;p19"/>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95" name="Google Shape;95;p19"/>
          <p:cNvSpPr txBox="1"/>
          <p:nvPr>
            <p:ph idx="2"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96" name="Google Shape;96;p19"/>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ub-section 3">
  <p:cSld name="BLANK_1_1_1_1_1_1_1_1_1_1_1_4_1_1_1">
    <p:bg>
      <p:bgPr>
        <a:solidFill>
          <a:schemeClr val="dk1"/>
        </a:solidFill>
      </p:bgPr>
    </p:bg>
    <p:spTree>
      <p:nvGrpSpPr>
        <p:cNvPr id="97" name="Shape 97"/>
        <p:cNvGrpSpPr/>
        <p:nvPr/>
      </p:nvGrpSpPr>
      <p:grpSpPr>
        <a:xfrm>
          <a:off x="0" y="0"/>
          <a:ext cx="0" cy="0"/>
          <a:chOff x="0" y="0"/>
          <a:chExt cx="0" cy="0"/>
        </a:xfrm>
      </p:grpSpPr>
      <p:sp>
        <p:nvSpPr>
          <p:cNvPr id="98" name="Google Shape;98;p20"/>
          <p:cNvSpPr txBox="1"/>
          <p:nvPr>
            <p:ph type="title"/>
          </p:nvPr>
        </p:nvSpPr>
        <p:spPr>
          <a:xfrm>
            <a:off x="256025" y="213150"/>
            <a:ext cx="55836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99" name="Google Shape;99;p20"/>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0" name="Google Shape;100;p20"/>
          <p:cNvSpPr txBox="1"/>
          <p:nvPr>
            <p:ph idx="1" type="body"/>
          </p:nvPr>
        </p:nvSpPr>
        <p:spPr>
          <a:xfrm>
            <a:off x="255975" y="187672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i="1"/>
            </a:lvl1pPr>
            <a:lvl2pPr indent="-285750" lvl="1" marL="914400">
              <a:spcBef>
                <a:spcPts val="0"/>
              </a:spcBef>
              <a:spcAft>
                <a:spcPts val="0"/>
              </a:spcAft>
              <a:buClr>
                <a:schemeClr val="lt2"/>
              </a:buClr>
              <a:buSzPts val="900"/>
              <a:buFont typeface="Montserrat"/>
              <a:buChar char="○"/>
              <a:defRPr i="1"/>
            </a:lvl2pPr>
            <a:lvl3pPr indent="-285750" lvl="2" marL="1371600">
              <a:spcBef>
                <a:spcPts val="0"/>
              </a:spcBef>
              <a:spcAft>
                <a:spcPts val="0"/>
              </a:spcAft>
              <a:buClr>
                <a:schemeClr val="lt2"/>
              </a:buClr>
              <a:buSzPts val="900"/>
              <a:buFont typeface="Montserrat"/>
              <a:buChar char="■"/>
              <a:defRPr i="1"/>
            </a:lvl3pPr>
            <a:lvl4pPr indent="-285750" lvl="3" marL="1828800">
              <a:spcBef>
                <a:spcPts val="0"/>
              </a:spcBef>
              <a:spcAft>
                <a:spcPts val="0"/>
              </a:spcAft>
              <a:buClr>
                <a:schemeClr val="lt2"/>
              </a:buClr>
              <a:buSzPts val="900"/>
              <a:buFont typeface="Montserrat"/>
              <a:buChar char="●"/>
              <a:defRPr i="1"/>
            </a:lvl4pPr>
            <a:lvl5pPr indent="-285750" lvl="4" marL="2286000">
              <a:spcBef>
                <a:spcPts val="0"/>
              </a:spcBef>
              <a:spcAft>
                <a:spcPts val="0"/>
              </a:spcAft>
              <a:buClr>
                <a:schemeClr val="lt2"/>
              </a:buClr>
              <a:buSzPts val="900"/>
              <a:buFont typeface="Montserrat"/>
              <a:buChar char="○"/>
              <a:defRPr i="1"/>
            </a:lvl5pPr>
            <a:lvl6pPr indent="-285750" lvl="5" marL="2743200">
              <a:spcBef>
                <a:spcPts val="0"/>
              </a:spcBef>
              <a:spcAft>
                <a:spcPts val="0"/>
              </a:spcAft>
              <a:buClr>
                <a:schemeClr val="lt2"/>
              </a:buClr>
              <a:buSzPts val="900"/>
              <a:buFont typeface="Montserrat"/>
              <a:buChar char="■"/>
              <a:defRPr i="1"/>
            </a:lvl6pPr>
            <a:lvl7pPr indent="-285750" lvl="6" marL="3200400">
              <a:spcBef>
                <a:spcPts val="0"/>
              </a:spcBef>
              <a:spcAft>
                <a:spcPts val="0"/>
              </a:spcAft>
              <a:buClr>
                <a:schemeClr val="lt2"/>
              </a:buClr>
              <a:buSzPts val="900"/>
              <a:buFont typeface="Montserrat"/>
              <a:buChar char="●"/>
              <a:defRPr i="1"/>
            </a:lvl7pPr>
            <a:lvl8pPr indent="-285750" lvl="7" marL="3657600">
              <a:spcBef>
                <a:spcPts val="0"/>
              </a:spcBef>
              <a:spcAft>
                <a:spcPts val="0"/>
              </a:spcAft>
              <a:buClr>
                <a:schemeClr val="lt2"/>
              </a:buClr>
              <a:buSzPts val="900"/>
              <a:buFont typeface="Montserrat"/>
              <a:buChar char="○"/>
              <a:defRPr i="1"/>
            </a:lvl8pPr>
            <a:lvl9pPr indent="-285750" lvl="8" marL="4114800">
              <a:spcBef>
                <a:spcPts val="0"/>
              </a:spcBef>
              <a:spcAft>
                <a:spcPts val="0"/>
              </a:spcAft>
              <a:buClr>
                <a:schemeClr val="lt2"/>
              </a:buClr>
              <a:buSzPts val="900"/>
              <a:buFont typeface="Montserrat"/>
              <a:buChar char="■"/>
              <a:defRPr i="1"/>
            </a:lvl9pPr>
          </a:lstStyle>
          <a:p/>
        </p:txBody>
      </p:sp>
      <p:sp>
        <p:nvSpPr>
          <p:cNvPr id="101" name="Google Shape;101;p20"/>
          <p:cNvSpPr txBox="1"/>
          <p:nvPr>
            <p:ph idx="2" type="body"/>
          </p:nvPr>
        </p:nvSpPr>
        <p:spPr>
          <a:xfrm>
            <a:off x="25061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102" name="Google Shape;102;p20"/>
          <p:cNvSpPr txBox="1"/>
          <p:nvPr>
            <p:ph idx="3" type="body"/>
          </p:nvPr>
        </p:nvSpPr>
        <p:spPr>
          <a:xfrm>
            <a:off x="47563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103" name="Google Shape;103;p20"/>
          <p:cNvSpPr txBox="1"/>
          <p:nvPr>
            <p:ph idx="4" type="subTitle"/>
          </p:nvPr>
        </p:nvSpPr>
        <p:spPr>
          <a:xfrm>
            <a:off x="255975" y="1548360"/>
            <a:ext cx="4131900" cy="254400"/>
          </a:xfrm>
          <a:prstGeom prst="rect">
            <a:avLst/>
          </a:prstGeom>
        </p:spPr>
        <p:txBody>
          <a:bodyPr anchorCtr="0" anchor="t" bIns="0" lIns="0" spcFirstLastPara="1" rIns="0" wrap="square" tIns="0">
            <a:noAutofit/>
          </a:bodyPr>
          <a:lstStyle>
            <a:lvl1pPr lvl="0" algn="l">
              <a:spcBef>
                <a:spcPts val="0"/>
              </a:spcBef>
              <a:spcAft>
                <a:spcPts val="0"/>
              </a:spcAft>
              <a:buSzPts val="800"/>
              <a:buNone/>
              <a:defRPr sz="14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cxnSp>
        <p:nvCxnSpPr>
          <p:cNvPr id="104" name="Google Shape;104;p20"/>
          <p:cNvCxnSpPr>
            <a:stCxn id="105" idx="2"/>
            <a:endCxn id="106" idx="6"/>
          </p:cNvCxnSpPr>
          <p:nvPr/>
        </p:nvCxnSpPr>
        <p:spPr>
          <a:xfrm>
            <a:off x="7312308" y="609469"/>
            <a:ext cx="1831500" cy="0"/>
          </a:xfrm>
          <a:prstGeom prst="straightConnector1">
            <a:avLst/>
          </a:prstGeom>
          <a:noFill/>
          <a:ln cap="flat" cmpd="sng" w="9525">
            <a:solidFill>
              <a:schemeClr val="accent1"/>
            </a:solidFill>
            <a:prstDash val="solid"/>
            <a:round/>
            <a:headEnd len="med" w="med" type="none"/>
            <a:tailEnd len="med" w="med" type="none"/>
          </a:ln>
        </p:spPr>
      </p:cxnSp>
      <p:sp>
        <p:nvSpPr>
          <p:cNvPr id="106" name="Google Shape;106;p20"/>
          <p:cNvSpPr/>
          <p:nvPr/>
        </p:nvSpPr>
        <p:spPr>
          <a:xfrm>
            <a:off x="7925052" y="0"/>
            <a:ext cx="1218900" cy="1218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7" name="Google Shape;107;p20"/>
          <p:cNvSpPr/>
          <p:nvPr/>
        </p:nvSpPr>
        <p:spPr>
          <a:xfrm>
            <a:off x="7503454" y="189104"/>
            <a:ext cx="840900" cy="840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5" name="Google Shape;105;p20"/>
          <p:cNvSpPr/>
          <p:nvPr/>
        </p:nvSpPr>
        <p:spPr>
          <a:xfrm>
            <a:off x="7312308" y="403669"/>
            <a:ext cx="411600" cy="4116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BLANK_1_1_1_1_1_1_1_1_1_1_1_3_1">
    <p:spTree>
      <p:nvGrpSpPr>
        <p:cNvPr id="108" name="Shape 108"/>
        <p:cNvGrpSpPr/>
        <p:nvPr/>
      </p:nvGrpSpPr>
      <p:grpSpPr>
        <a:xfrm>
          <a:off x="0" y="0"/>
          <a:ext cx="0" cy="0"/>
          <a:chOff x="0" y="0"/>
          <a:chExt cx="0" cy="0"/>
        </a:xfrm>
      </p:grpSpPr>
      <p:sp>
        <p:nvSpPr>
          <p:cNvPr id="109" name="Google Shape;109;p21"/>
          <p:cNvSpPr txBox="1"/>
          <p:nvPr>
            <p:ph idx="1" type="body"/>
          </p:nvPr>
        </p:nvSpPr>
        <p:spPr>
          <a:xfrm>
            <a:off x="255975" y="202007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10" name="Google Shape;110;p21"/>
          <p:cNvSpPr txBox="1"/>
          <p:nvPr>
            <p:ph idx="2" type="subTitle"/>
          </p:nvPr>
        </p:nvSpPr>
        <p:spPr>
          <a:xfrm>
            <a:off x="2559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11" name="Google Shape;111;p21"/>
          <p:cNvSpPr/>
          <p:nvPr/>
        </p:nvSpPr>
        <p:spPr>
          <a:xfrm flipH="1" rot="10800000">
            <a:off x="6692400"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12" name="Google Shape;112;p21"/>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13" name="Google Shape;113;p21"/>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14" name="Google Shape;114;p21"/>
          <p:cNvSpPr txBox="1"/>
          <p:nvPr>
            <p:ph idx="4" type="body"/>
          </p:nvPr>
        </p:nvSpPr>
        <p:spPr>
          <a:xfrm>
            <a:off x="255862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15" name="Google Shape;115;p21"/>
          <p:cNvSpPr txBox="1"/>
          <p:nvPr>
            <p:ph idx="5" type="subTitle"/>
          </p:nvPr>
        </p:nvSpPr>
        <p:spPr>
          <a:xfrm>
            <a:off x="25586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16" name="Google Shape;116;p21"/>
          <p:cNvSpPr txBox="1"/>
          <p:nvPr>
            <p:ph idx="6" type="body"/>
          </p:nvPr>
        </p:nvSpPr>
        <p:spPr>
          <a:xfrm>
            <a:off x="480877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17" name="Google Shape;117;p21"/>
          <p:cNvSpPr txBox="1"/>
          <p:nvPr>
            <p:ph idx="7" type="subTitle"/>
          </p:nvPr>
        </p:nvSpPr>
        <p:spPr>
          <a:xfrm>
            <a:off x="48087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18" name="Google Shape;118;p21"/>
          <p:cNvSpPr txBox="1"/>
          <p:nvPr>
            <p:ph idx="8" type="body"/>
          </p:nvPr>
        </p:nvSpPr>
        <p:spPr>
          <a:xfrm>
            <a:off x="6821675" y="2023213"/>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19" name="Google Shape;119;p21"/>
          <p:cNvSpPr txBox="1"/>
          <p:nvPr>
            <p:ph idx="9" type="subTitle"/>
          </p:nvPr>
        </p:nvSpPr>
        <p:spPr>
          <a:xfrm>
            <a:off x="70589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0" name="Google Shape;120;p21"/>
          <p:cNvSpPr txBox="1"/>
          <p:nvPr>
            <p:ph idx="13" type="subTitle"/>
          </p:nvPr>
        </p:nvSpPr>
        <p:spPr>
          <a:xfrm>
            <a:off x="2559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1" name="Google Shape;121;p21"/>
          <p:cNvSpPr txBox="1"/>
          <p:nvPr>
            <p:ph idx="14" type="subTitle"/>
          </p:nvPr>
        </p:nvSpPr>
        <p:spPr>
          <a:xfrm>
            <a:off x="25586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2" name="Google Shape;122;p21"/>
          <p:cNvSpPr txBox="1"/>
          <p:nvPr>
            <p:ph idx="15" type="subTitle"/>
          </p:nvPr>
        </p:nvSpPr>
        <p:spPr>
          <a:xfrm>
            <a:off x="48087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3" name="Google Shape;123;p21"/>
          <p:cNvSpPr txBox="1"/>
          <p:nvPr>
            <p:ph idx="16" type="subTitle"/>
          </p:nvPr>
        </p:nvSpPr>
        <p:spPr>
          <a:xfrm>
            <a:off x="70589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content display">
  <p:cSld name="BLANK_1_1_1_1_1_1_1_1_1_1_1_2_1_4">
    <p:bg>
      <p:bgPr>
        <a:solidFill>
          <a:schemeClr val="lt1"/>
        </a:solidFill>
      </p:bgPr>
    </p:bg>
    <p:spTree>
      <p:nvGrpSpPr>
        <p:cNvPr id="124" name="Shape 124"/>
        <p:cNvGrpSpPr/>
        <p:nvPr/>
      </p:nvGrpSpPr>
      <p:grpSpPr>
        <a:xfrm>
          <a:off x="0" y="0"/>
          <a:ext cx="0" cy="0"/>
          <a:chOff x="0" y="0"/>
          <a:chExt cx="0" cy="0"/>
        </a:xfrm>
      </p:grpSpPr>
      <p:sp>
        <p:nvSpPr>
          <p:cNvPr id="125" name="Google Shape;125;p22"/>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22"/>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27" name="Google Shape;127;p22"/>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8" name="Google Shape;128;p22"/>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29" name="Google Shape;129;p22"/>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0" name="Google Shape;130;p22"/>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1" name="Google Shape;131;p22"/>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132" name="Google Shape;132;p22"/>
          <p:cNvCxnSpPr>
            <a:stCxn id="131" idx="7"/>
            <a:endCxn id="128"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133" name="Google Shape;133;p22"/>
          <p:cNvCxnSpPr>
            <a:stCxn id="131"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134" name="Google Shape;134;p22"/>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135" name="Google Shape;135;p22"/>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36" name="Google Shape;136;p22"/>
          <p:cNvSpPr txBox="1"/>
          <p:nvPr>
            <p:ph idx="2" type="body"/>
          </p:nvPr>
        </p:nvSpPr>
        <p:spPr>
          <a:xfrm>
            <a:off x="1994150" y="32310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37" name="Google Shape;137;p22"/>
          <p:cNvSpPr/>
          <p:nvPr>
            <p:ph idx="3" type="pic"/>
          </p:nvPr>
        </p:nvSpPr>
        <p:spPr>
          <a:xfrm>
            <a:off x="255950" y="2983150"/>
            <a:ext cx="1588200" cy="1904400"/>
          </a:xfrm>
          <a:prstGeom prst="rect">
            <a:avLst/>
          </a:prstGeom>
          <a:noFill/>
          <a:ln>
            <a:noFill/>
          </a:ln>
        </p:spPr>
      </p:sp>
      <p:sp>
        <p:nvSpPr>
          <p:cNvPr id="138" name="Google Shape;138;p22"/>
          <p:cNvSpPr txBox="1"/>
          <p:nvPr>
            <p:ph idx="4" type="subTitle"/>
          </p:nvPr>
        </p:nvSpPr>
        <p:spPr>
          <a:xfrm>
            <a:off x="1994150" y="29940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39" name="Google Shape;139;p22"/>
          <p:cNvSpPr txBox="1"/>
          <p:nvPr>
            <p:ph idx="5" type="body"/>
          </p:nvPr>
        </p:nvSpPr>
        <p:spPr>
          <a:xfrm>
            <a:off x="6429400" y="32318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40" name="Google Shape;140;p22"/>
          <p:cNvSpPr/>
          <p:nvPr>
            <p:ph idx="6" type="pic"/>
          </p:nvPr>
        </p:nvSpPr>
        <p:spPr>
          <a:xfrm>
            <a:off x="4691200" y="2983950"/>
            <a:ext cx="1588200" cy="1904400"/>
          </a:xfrm>
          <a:prstGeom prst="rect">
            <a:avLst/>
          </a:prstGeom>
          <a:noFill/>
          <a:ln>
            <a:noFill/>
          </a:ln>
        </p:spPr>
      </p:sp>
      <p:sp>
        <p:nvSpPr>
          <p:cNvPr id="141" name="Google Shape;141;p22"/>
          <p:cNvSpPr txBox="1"/>
          <p:nvPr>
            <p:ph idx="7" type="subTitle"/>
          </p:nvPr>
        </p:nvSpPr>
        <p:spPr>
          <a:xfrm>
            <a:off x="6429400" y="29948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42" name="Google Shape;142;p22"/>
          <p:cNvSpPr txBox="1"/>
          <p:nvPr>
            <p:ph idx="8"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2_1_3">
    <p:bg>
      <p:bgPr>
        <a:solidFill>
          <a:schemeClr val="dk2"/>
        </a:solidFill>
      </p:bgPr>
    </p:bg>
    <p:spTree>
      <p:nvGrpSpPr>
        <p:cNvPr id="143" name="Shape 143"/>
        <p:cNvGrpSpPr/>
        <p:nvPr/>
      </p:nvGrpSpPr>
      <p:grpSpPr>
        <a:xfrm>
          <a:off x="0" y="0"/>
          <a:ext cx="0" cy="0"/>
          <a:chOff x="0" y="0"/>
          <a:chExt cx="0" cy="0"/>
        </a:xfrm>
      </p:grpSpPr>
      <p:sp>
        <p:nvSpPr>
          <p:cNvPr id="144" name="Google Shape;144;p23"/>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5" name="Google Shape;145;p23"/>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46" name="Google Shape;146;p23"/>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7" name="Google Shape;147;p23"/>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48" name="Google Shape;148;p23"/>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49" name="Google Shape;149;p23"/>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0" name="Google Shape;150;p23"/>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1" name="Google Shape;151;p23"/>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52" name="Google Shape;152;p23"/>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p:cSld name="BLANK_1_1_1_1_1_1_1_1_1_1_1_2_1_3_1">
    <p:bg>
      <p:bgPr>
        <a:solidFill>
          <a:schemeClr val="dk2"/>
        </a:solidFill>
      </p:bgPr>
    </p:bg>
    <p:spTree>
      <p:nvGrpSpPr>
        <p:cNvPr id="153" name="Shape 153"/>
        <p:cNvGrpSpPr/>
        <p:nvPr/>
      </p:nvGrpSpPr>
      <p:grpSpPr>
        <a:xfrm>
          <a:off x="0" y="0"/>
          <a:ext cx="0" cy="0"/>
          <a:chOff x="0" y="0"/>
          <a:chExt cx="0" cy="0"/>
        </a:xfrm>
      </p:grpSpPr>
      <p:sp>
        <p:nvSpPr>
          <p:cNvPr id="154" name="Google Shape;154;p24"/>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5" name="Google Shape;155;p24"/>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6" name="Google Shape;156;p24"/>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7" name="Google Shape;157;p24"/>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8" name="Google Shape;158;p24"/>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9" name="Google Shape;159;p24"/>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60" name="Google Shape;160;p24"/>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61" name="Google Shape;161;p24"/>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62" name="Google Shape;162;p24"/>
          <p:cNvSpPr txBox="1"/>
          <p:nvPr>
            <p:ph idx="2" type="body"/>
          </p:nvPr>
        </p:nvSpPr>
        <p:spPr>
          <a:xfrm>
            <a:off x="4441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3" name="Google Shape;163;p24"/>
          <p:cNvSpPr txBox="1"/>
          <p:nvPr>
            <p:ph idx="3" type="body"/>
          </p:nvPr>
        </p:nvSpPr>
        <p:spPr>
          <a:xfrm>
            <a:off x="3370950"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4" name="Google Shape;164;p24"/>
          <p:cNvSpPr txBox="1"/>
          <p:nvPr>
            <p:ph idx="4" type="body"/>
          </p:nvPr>
        </p:nvSpPr>
        <p:spPr>
          <a:xfrm>
            <a:off x="62977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5" name="Google Shape;165;p24"/>
          <p:cNvSpPr txBox="1"/>
          <p:nvPr>
            <p:ph idx="5" type="title"/>
          </p:nvPr>
        </p:nvSpPr>
        <p:spPr>
          <a:xfrm>
            <a:off x="44412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66" name="Google Shape;166;p24"/>
          <p:cNvSpPr txBox="1"/>
          <p:nvPr>
            <p:ph idx="6" type="title"/>
          </p:nvPr>
        </p:nvSpPr>
        <p:spPr>
          <a:xfrm>
            <a:off x="3370950"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67" name="Google Shape;167;p24"/>
          <p:cNvSpPr txBox="1"/>
          <p:nvPr>
            <p:ph idx="7" type="title"/>
          </p:nvPr>
        </p:nvSpPr>
        <p:spPr>
          <a:xfrm>
            <a:off x="629777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6">
  <p:cSld name="BLANK_1_1_1_1_1_1_1_1_1_1_1_2_1_2_2">
    <p:spTree>
      <p:nvGrpSpPr>
        <p:cNvPr id="168" name="Shape 168"/>
        <p:cNvGrpSpPr/>
        <p:nvPr/>
      </p:nvGrpSpPr>
      <p:grpSpPr>
        <a:xfrm>
          <a:off x="0" y="0"/>
          <a:ext cx="0" cy="0"/>
          <a:chOff x="0" y="0"/>
          <a:chExt cx="0" cy="0"/>
        </a:xfrm>
      </p:grpSpPr>
      <p:sp>
        <p:nvSpPr>
          <p:cNvPr id="169" name="Google Shape;169;p25"/>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0" name="Google Shape;170;p25"/>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71" name="Google Shape;171;p25"/>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72" name="Google Shape;172;p25"/>
          <p:cNvSpPr txBox="1"/>
          <p:nvPr>
            <p:ph idx="3"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73" name="Google Shape;173;p25"/>
          <p:cNvSpPr txBox="1"/>
          <p:nvPr>
            <p:ph idx="4"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74" name="Google Shape;174;p25"/>
          <p:cNvSpPr txBox="1"/>
          <p:nvPr>
            <p:ph idx="5"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75" name="Google Shape;175;p25"/>
          <p:cNvSpPr txBox="1"/>
          <p:nvPr>
            <p:ph idx="6"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76" name="Google Shape;176;p25"/>
          <p:cNvSpPr txBox="1"/>
          <p:nvPr>
            <p:ph idx="7" type="title"/>
          </p:nvPr>
        </p:nvSpPr>
        <p:spPr>
          <a:xfrm>
            <a:off x="6670325"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77" name="Google Shape;177;p25"/>
          <p:cNvSpPr txBox="1"/>
          <p:nvPr>
            <p:ph idx="8"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7">
  <p:cSld name="BLANK_1_1_1_1_1_1_1_1_1_1_1_2_1_2_2_1">
    <p:bg>
      <p:bgPr>
        <a:solidFill>
          <a:schemeClr val="dk2"/>
        </a:solidFill>
      </p:bgPr>
    </p:bg>
    <p:spTree>
      <p:nvGrpSpPr>
        <p:cNvPr id="178" name="Shape 178"/>
        <p:cNvGrpSpPr/>
        <p:nvPr/>
      </p:nvGrpSpPr>
      <p:grpSpPr>
        <a:xfrm>
          <a:off x="0" y="0"/>
          <a:ext cx="0" cy="0"/>
          <a:chOff x="0" y="0"/>
          <a:chExt cx="0" cy="0"/>
        </a:xfrm>
      </p:grpSpPr>
      <p:sp>
        <p:nvSpPr>
          <p:cNvPr id="179" name="Google Shape;179;p26"/>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80" name="Google Shape;180;p26"/>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81" name="Google Shape;181;p26"/>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82" name="Google Shape;182;p26"/>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83" name="Google Shape;183;p26"/>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84" name="Google Shape;184;p26"/>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85" name="Google Shape;185;p26"/>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86" name="Google Shape;186;p26"/>
          <p:cNvSpPr txBox="1"/>
          <p:nvPr>
            <p:ph idx="2"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87" name="Google Shape;187;p26"/>
          <p:cNvSpPr txBox="1"/>
          <p:nvPr>
            <p:ph idx="3"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88" name="Google Shape;188;p26"/>
          <p:cNvSpPr txBox="1"/>
          <p:nvPr>
            <p:ph idx="4"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89" name="Google Shape;189;p26"/>
          <p:cNvSpPr txBox="1"/>
          <p:nvPr>
            <p:ph idx="5"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90" name="Google Shape;190;p26"/>
          <p:cNvSpPr txBox="1"/>
          <p:nvPr>
            <p:ph idx="6" type="title"/>
          </p:nvPr>
        </p:nvSpPr>
        <p:spPr>
          <a:xfrm>
            <a:off x="6670325" y="3410283"/>
            <a:ext cx="1899300" cy="714900"/>
          </a:xfrm>
          <a:prstGeom prst="rect">
            <a:avLst/>
          </a:prstGeom>
        </p:spPr>
        <p:txBody>
          <a:bodyPr anchorCtr="0" anchor="t" bIns="91425" lIns="91425" spcFirstLastPara="1" rIns="91425" wrap="square" tIns="91425">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91" name="Google Shape;191;p26"/>
          <p:cNvSpPr txBox="1"/>
          <p:nvPr>
            <p:ph idx="7"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8">
  <p:cSld name="BLANK_1_1_1_1_1_1_1_1_1_1_1_2_1_5">
    <p:bg>
      <p:bgPr>
        <a:solidFill>
          <a:schemeClr val="lt1"/>
        </a:solidFill>
      </p:bgPr>
    </p:bg>
    <p:spTree>
      <p:nvGrpSpPr>
        <p:cNvPr id="192" name="Shape 192"/>
        <p:cNvGrpSpPr/>
        <p:nvPr/>
      </p:nvGrpSpPr>
      <p:grpSpPr>
        <a:xfrm>
          <a:off x="0" y="0"/>
          <a:ext cx="0" cy="0"/>
          <a:chOff x="0" y="0"/>
          <a:chExt cx="0" cy="0"/>
        </a:xfrm>
      </p:grpSpPr>
      <p:sp>
        <p:nvSpPr>
          <p:cNvPr id="193" name="Google Shape;193;p27"/>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7"/>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5" name="Google Shape;195;p27"/>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96" name="Google Shape;196;p27"/>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7" name="Google Shape;197;p27"/>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8" name="Google Shape;198;p27"/>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9" name="Google Shape;199;p27"/>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200" name="Google Shape;200;p27"/>
          <p:cNvCxnSpPr>
            <a:stCxn id="199" idx="7"/>
            <a:endCxn id="196"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201" name="Google Shape;201;p27"/>
          <p:cNvCxnSpPr>
            <a:stCxn id="199"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202" name="Google Shape;202;p27"/>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203" name="Google Shape;203;p27"/>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04" name="Google Shape;204;p27"/>
          <p:cNvSpPr txBox="1"/>
          <p:nvPr>
            <p:ph idx="2" type="title"/>
          </p:nvPr>
        </p:nvSpPr>
        <p:spPr>
          <a:xfrm>
            <a:off x="112425"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05" name="Google Shape;205;p27"/>
          <p:cNvSpPr txBox="1"/>
          <p:nvPr>
            <p:ph idx="3" type="subTitle"/>
          </p:nvPr>
        </p:nvSpPr>
        <p:spPr>
          <a:xfrm>
            <a:off x="459075"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06" name="Google Shape;206;p27"/>
          <p:cNvSpPr txBox="1"/>
          <p:nvPr>
            <p:ph idx="4" type="title"/>
          </p:nvPr>
        </p:nvSpPr>
        <p:spPr>
          <a:xfrm>
            <a:off x="4718600"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07" name="Google Shape;207;p27"/>
          <p:cNvSpPr txBox="1"/>
          <p:nvPr>
            <p:ph idx="5" type="subTitle"/>
          </p:nvPr>
        </p:nvSpPr>
        <p:spPr>
          <a:xfrm>
            <a:off x="5065250"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08" name="Google Shape;208;p27"/>
          <p:cNvSpPr txBox="1"/>
          <p:nvPr>
            <p:ph idx="6" type="body"/>
          </p:nvPr>
        </p:nvSpPr>
        <p:spPr>
          <a:xfrm>
            <a:off x="6880375"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09" name="Google Shape;209;p27"/>
          <p:cNvSpPr txBox="1"/>
          <p:nvPr>
            <p:ph idx="7" type="subTitle"/>
          </p:nvPr>
        </p:nvSpPr>
        <p:spPr>
          <a:xfrm>
            <a:off x="6880375"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10" name="Google Shape;210;p27"/>
          <p:cNvSpPr txBox="1"/>
          <p:nvPr>
            <p:ph idx="8" type="subTitle"/>
          </p:nvPr>
        </p:nvSpPr>
        <p:spPr>
          <a:xfrm>
            <a:off x="2274000"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11" name="Google Shape;211;p27"/>
          <p:cNvSpPr txBox="1"/>
          <p:nvPr>
            <p:ph idx="9" type="body"/>
          </p:nvPr>
        </p:nvSpPr>
        <p:spPr>
          <a:xfrm>
            <a:off x="2274000"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9">
  <p:cSld name="BLANK_1_1_1_1_1_1_1_1_1_1_1_2_1_6">
    <p:bg>
      <p:bgPr>
        <a:solidFill>
          <a:schemeClr val="lt1"/>
        </a:solidFill>
      </p:bgPr>
    </p:bg>
    <p:spTree>
      <p:nvGrpSpPr>
        <p:cNvPr id="212" name="Shape 212"/>
        <p:cNvGrpSpPr/>
        <p:nvPr/>
      </p:nvGrpSpPr>
      <p:grpSpPr>
        <a:xfrm>
          <a:off x="0" y="0"/>
          <a:ext cx="0" cy="0"/>
          <a:chOff x="0" y="0"/>
          <a:chExt cx="0" cy="0"/>
        </a:xfrm>
      </p:grpSpPr>
      <p:sp>
        <p:nvSpPr>
          <p:cNvPr id="213" name="Google Shape;213;p28"/>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14" name="Google Shape;214;p28"/>
          <p:cNvSpPr txBox="1"/>
          <p:nvPr>
            <p:ph idx="1" type="body"/>
          </p:nvPr>
        </p:nvSpPr>
        <p:spPr>
          <a:xfrm>
            <a:off x="422609"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5" name="Google Shape;215;p28"/>
          <p:cNvSpPr txBox="1"/>
          <p:nvPr>
            <p:ph idx="2" type="body"/>
          </p:nvPr>
        </p:nvSpPr>
        <p:spPr>
          <a:xfrm>
            <a:off x="2614838"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6" name="Google Shape;216;p28"/>
          <p:cNvSpPr txBox="1"/>
          <p:nvPr>
            <p:ph idx="3" type="body"/>
          </p:nvPr>
        </p:nvSpPr>
        <p:spPr>
          <a:xfrm>
            <a:off x="4785550"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7" name="Google Shape;217;p28"/>
          <p:cNvSpPr txBox="1"/>
          <p:nvPr>
            <p:ph idx="4" type="body"/>
          </p:nvPr>
        </p:nvSpPr>
        <p:spPr>
          <a:xfrm>
            <a:off x="6956263"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8" name="Google Shape;218;p28"/>
          <p:cNvSpPr txBox="1"/>
          <p:nvPr>
            <p:ph type="title"/>
          </p:nvPr>
        </p:nvSpPr>
        <p:spPr>
          <a:xfrm>
            <a:off x="422609"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19" name="Google Shape;219;p28"/>
          <p:cNvSpPr txBox="1"/>
          <p:nvPr>
            <p:ph idx="5" type="title"/>
          </p:nvPr>
        </p:nvSpPr>
        <p:spPr>
          <a:xfrm>
            <a:off x="2614838"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0" name="Google Shape;220;p28"/>
          <p:cNvSpPr txBox="1"/>
          <p:nvPr>
            <p:ph idx="6" type="title"/>
          </p:nvPr>
        </p:nvSpPr>
        <p:spPr>
          <a:xfrm>
            <a:off x="4785550" y="3094675"/>
            <a:ext cx="1728600" cy="369300"/>
          </a:xfrm>
          <a:prstGeom prst="rect">
            <a:avLst/>
          </a:prstGeom>
        </p:spPr>
        <p:txBody>
          <a:bodyPr anchorCtr="0" anchor="t" bIns="91425" lIns="91425" spcFirstLastPara="1" rIns="91425" wrap="square" tIns="91425">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1" name="Google Shape;221;p28"/>
          <p:cNvSpPr txBox="1"/>
          <p:nvPr>
            <p:ph idx="7" type="title"/>
          </p:nvPr>
        </p:nvSpPr>
        <p:spPr>
          <a:xfrm>
            <a:off x="6956263"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2" name="Google Shape;222;p28"/>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28"/>
          <p:cNvSpPr txBox="1"/>
          <p:nvPr>
            <p:ph idx="8"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4" name="Google Shape;224;p28"/>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5" name="Google Shape;225;p28"/>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6" name="Google Shape;226;p28"/>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7" name="Google Shape;227;p28"/>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228" name="Google Shape;228;p28"/>
          <p:cNvCxnSpPr>
            <a:stCxn id="227" idx="7"/>
            <a:endCxn id="224"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229" name="Google Shape;229;p28"/>
          <p:cNvCxnSpPr>
            <a:stCxn id="227"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230" name="Google Shape;230;p28"/>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231" name="Google Shape;231;p28"/>
          <p:cNvSpPr txBox="1"/>
          <p:nvPr>
            <p:ph idx="9"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content display">
  <p:cSld name="BLANK_1_1_1_1_1_1_1_1_1_1_1_2_1_2_1">
    <p:spTree>
      <p:nvGrpSpPr>
        <p:cNvPr id="232" name="Shape 232"/>
        <p:cNvGrpSpPr/>
        <p:nvPr/>
      </p:nvGrpSpPr>
      <p:grpSpPr>
        <a:xfrm>
          <a:off x="0" y="0"/>
          <a:ext cx="0" cy="0"/>
          <a:chOff x="0" y="0"/>
          <a:chExt cx="0" cy="0"/>
        </a:xfrm>
      </p:grpSpPr>
      <p:sp>
        <p:nvSpPr>
          <p:cNvPr id="233" name="Google Shape;233;p29"/>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cxnSp>
        <p:nvCxnSpPr>
          <p:cNvPr id="234" name="Google Shape;234;p29"/>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235" name="Google Shape;235;p29"/>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36" name="Google Shape;236;p29"/>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37" name="Google Shape;237;p29"/>
          <p:cNvSpPr txBox="1"/>
          <p:nvPr>
            <p:ph idx="3" type="body"/>
          </p:nvPr>
        </p:nvSpPr>
        <p:spPr>
          <a:xfrm>
            <a:off x="3582350" y="3224900"/>
            <a:ext cx="36396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38" name="Google Shape;238;p29"/>
          <p:cNvSpPr txBox="1"/>
          <p:nvPr>
            <p:ph idx="4" type="subTitle"/>
          </p:nvPr>
        </p:nvSpPr>
        <p:spPr>
          <a:xfrm>
            <a:off x="3582350" y="2987900"/>
            <a:ext cx="36396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239" name="Google Shape;239;p29"/>
          <p:cNvSpPr/>
          <p:nvPr>
            <p:ph idx="5" type="pic"/>
          </p:nvPr>
        </p:nvSpPr>
        <p:spPr>
          <a:xfrm>
            <a:off x="256025" y="2987900"/>
            <a:ext cx="3176400" cy="1904400"/>
          </a:xfrm>
          <a:prstGeom prst="rect">
            <a:avLst/>
          </a:prstGeom>
          <a:noFill/>
          <a:ln>
            <a:noFill/>
          </a:ln>
        </p:spPr>
      </p:sp>
      <p:sp>
        <p:nvSpPr>
          <p:cNvPr id="240" name="Google Shape;240;p29"/>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SzPts val="800"/>
              <a:buFont typeface="Montserrat"/>
              <a:buNone/>
              <a:defRPr/>
            </a:lvl1pPr>
            <a:lvl2pPr lvl="1">
              <a:spcBef>
                <a:spcPts val="0"/>
              </a:spcBef>
              <a:spcAft>
                <a:spcPts val="0"/>
              </a:spcAft>
              <a:buSzPts val="800"/>
              <a:buFont typeface="Montserrat"/>
              <a:buNone/>
              <a:defRPr/>
            </a:lvl2pPr>
            <a:lvl3pPr lvl="2">
              <a:spcBef>
                <a:spcPts val="0"/>
              </a:spcBef>
              <a:spcAft>
                <a:spcPts val="0"/>
              </a:spcAft>
              <a:buSzPts val="800"/>
              <a:buFont typeface="Montserrat"/>
              <a:buNone/>
              <a:defRPr/>
            </a:lvl3pPr>
            <a:lvl4pPr lvl="3">
              <a:spcBef>
                <a:spcPts val="0"/>
              </a:spcBef>
              <a:spcAft>
                <a:spcPts val="0"/>
              </a:spcAft>
              <a:buSzPts val="800"/>
              <a:buFont typeface="Montserrat"/>
              <a:buNone/>
              <a:defRPr/>
            </a:lvl4pPr>
            <a:lvl5pPr lvl="4">
              <a:spcBef>
                <a:spcPts val="0"/>
              </a:spcBef>
              <a:spcAft>
                <a:spcPts val="0"/>
              </a:spcAft>
              <a:buSzPts val="800"/>
              <a:buFont typeface="Montserrat"/>
              <a:buNone/>
              <a:defRPr/>
            </a:lvl5pPr>
            <a:lvl6pPr lvl="5">
              <a:spcBef>
                <a:spcPts val="0"/>
              </a:spcBef>
              <a:spcAft>
                <a:spcPts val="0"/>
              </a:spcAft>
              <a:buSzPts val="800"/>
              <a:buFont typeface="Montserrat"/>
              <a:buNone/>
              <a:defRPr/>
            </a:lvl6pPr>
            <a:lvl7pPr lvl="6">
              <a:spcBef>
                <a:spcPts val="0"/>
              </a:spcBef>
              <a:spcAft>
                <a:spcPts val="0"/>
              </a:spcAft>
              <a:buSzPts val="800"/>
              <a:buFont typeface="Montserrat"/>
              <a:buNone/>
              <a:defRPr/>
            </a:lvl7pPr>
            <a:lvl8pPr lvl="7">
              <a:spcBef>
                <a:spcPts val="0"/>
              </a:spcBef>
              <a:spcAft>
                <a:spcPts val="0"/>
              </a:spcAft>
              <a:buSzPts val="800"/>
              <a:buFont typeface="Montserrat"/>
              <a:buNone/>
              <a:defRPr/>
            </a:lvl8pPr>
            <a:lvl9pPr lvl="8">
              <a:spcBef>
                <a:spcPts val="0"/>
              </a:spcBef>
              <a:spcAft>
                <a:spcPts val="0"/>
              </a:spcAft>
              <a:buSzPts val="800"/>
              <a:buFont typeface="Montserrat"/>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with image">
  <p:cSld name="BLANK_1_1_1_1_1_1_1_1_1_1_1_2_1_2_1_1">
    <p:bg>
      <p:bgPr>
        <a:solidFill>
          <a:schemeClr val="lt1"/>
        </a:solidFill>
      </p:bgPr>
    </p:bg>
    <p:spTree>
      <p:nvGrpSpPr>
        <p:cNvPr id="241" name="Shape 241"/>
        <p:cNvGrpSpPr/>
        <p:nvPr/>
      </p:nvGrpSpPr>
      <p:grpSpPr>
        <a:xfrm>
          <a:off x="0" y="0"/>
          <a:ext cx="0" cy="0"/>
          <a:chOff x="0" y="0"/>
          <a:chExt cx="0" cy="0"/>
        </a:xfrm>
      </p:grpSpPr>
      <p:sp>
        <p:nvSpPr>
          <p:cNvPr id="242" name="Google Shape;242;p30"/>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43" name="Google Shape;243;p30"/>
          <p:cNvSpPr/>
          <p:nvPr>
            <p:ph idx="2" type="pic"/>
          </p:nvPr>
        </p:nvSpPr>
        <p:spPr>
          <a:xfrm>
            <a:off x="6565675" y="6375"/>
            <a:ext cx="2578200" cy="5143500"/>
          </a:xfrm>
          <a:prstGeom prst="rect">
            <a:avLst/>
          </a:prstGeom>
          <a:noFill/>
          <a:ln>
            <a:noFill/>
          </a:ln>
        </p:spPr>
      </p:sp>
      <p:sp>
        <p:nvSpPr>
          <p:cNvPr id="244" name="Google Shape;244;p30"/>
          <p:cNvSpPr txBox="1"/>
          <p:nvPr>
            <p:ph idx="1" type="body"/>
          </p:nvPr>
        </p:nvSpPr>
        <p:spPr>
          <a:xfrm>
            <a:off x="256600" y="167290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45" name="Google Shape;245;p30"/>
          <p:cNvSpPr txBox="1"/>
          <p:nvPr>
            <p:ph idx="3" type="title"/>
          </p:nvPr>
        </p:nvSpPr>
        <p:spPr>
          <a:xfrm>
            <a:off x="256600"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246" name="Google Shape;246;p30"/>
          <p:cNvSpPr txBox="1"/>
          <p:nvPr>
            <p:ph idx="4" type="body"/>
          </p:nvPr>
        </p:nvSpPr>
        <p:spPr>
          <a:xfrm>
            <a:off x="256600" y="3630275"/>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47" name="Google Shape;247;p30"/>
          <p:cNvSpPr txBox="1"/>
          <p:nvPr>
            <p:ph idx="5" type="title"/>
          </p:nvPr>
        </p:nvSpPr>
        <p:spPr>
          <a:xfrm>
            <a:off x="256600" y="3341200"/>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248" name="Google Shape;248;p30"/>
          <p:cNvSpPr txBox="1"/>
          <p:nvPr>
            <p:ph idx="6" type="body"/>
          </p:nvPr>
        </p:nvSpPr>
        <p:spPr>
          <a:xfrm>
            <a:off x="2582375" y="167290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49" name="Google Shape;249;p30"/>
          <p:cNvSpPr txBox="1"/>
          <p:nvPr>
            <p:ph idx="7" type="title"/>
          </p:nvPr>
        </p:nvSpPr>
        <p:spPr>
          <a:xfrm>
            <a:off x="2582375"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BLANK_1_1_1_1_1_1_1_1_1_1_1_2_1_2_1_1_1">
    <p:bg>
      <p:bgPr>
        <a:solidFill>
          <a:schemeClr val="dk2"/>
        </a:solidFill>
      </p:bgPr>
    </p:bg>
    <p:spTree>
      <p:nvGrpSpPr>
        <p:cNvPr id="250" name="Shape 250"/>
        <p:cNvGrpSpPr/>
        <p:nvPr/>
      </p:nvGrpSpPr>
      <p:grpSpPr>
        <a:xfrm>
          <a:off x="0" y="0"/>
          <a:ext cx="0" cy="0"/>
          <a:chOff x="0" y="0"/>
          <a:chExt cx="0" cy="0"/>
        </a:xfrm>
      </p:grpSpPr>
      <p:sp>
        <p:nvSpPr>
          <p:cNvPr id="251" name="Google Shape;251;p31"/>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52" name="Google Shape;252;p31"/>
          <p:cNvSpPr/>
          <p:nvPr/>
        </p:nvSpPr>
        <p:spPr>
          <a:xfrm flipH="1" rot="10800000">
            <a:off x="5434850" y="1434600"/>
            <a:ext cx="3709200" cy="3708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53" name="Google Shape;253;p31"/>
          <p:cNvSpPr txBox="1"/>
          <p:nvPr>
            <p:ph idx="1" type="body"/>
          </p:nvPr>
        </p:nvSpPr>
        <p:spPr>
          <a:xfrm>
            <a:off x="566475" y="1548175"/>
            <a:ext cx="3639600" cy="8859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54" name="Google Shape;254;p31"/>
          <p:cNvSpPr txBox="1"/>
          <p:nvPr>
            <p:ph idx="2" type="title"/>
          </p:nvPr>
        </p:nvSpPr>
        <p:spPr>
          <a:xfrm>
            <a:off x="566475"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55" name="Google Shape;255;p31"/>
          <p:cNvSpPr txBox="1"/>
          <p:nvPr>
            <p:ph idx="3" type="body"/>
          </p:nvPr>
        </p:nvSpPr>
        <p:spPr>
          <a:xfrm>
            <a:off x="4937950" y="1548175"/>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56" name="Google Shape;256;p31"/>
          <p:cNvSpPr txBox="1"/>
          <p:nvPr>
            <p:ph idx="4" type="title"/>
          </p:nvPr>
        </p:nvSpPr>
        <p:spPr>
          <a:xfrm>
            <a:off x="4937950"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57" name="Google Shape;257;p31"/>
          <p:cNvSpPr txBox="1"/>
          <p:nvPr>
            <p:ph idx="5" type="body"/>
          </p:nvPr>
        </p:nvSpPr>
        <p:spPr>
          <a:xfrm>
            <a:off x="4937925"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58" name="Google Shape;258;p31"/>
          <p:cNvSpPr txBox="1"/>
          <p:nvPr>
            <p:ph idx="6" type="title"/>
          </p:nvPr>
        </p:nvSpPr>
        <p:spPr>
          <a:xfrm>
            <a:off x="4937925" y="3242950"/>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59" name="Google Shape;259;p31"/>
          <p:cNvSpPr txBox="1"/>
          <p:nvPr>
            <p:ph idx="7" type="body"/>
          </p:nvPr>
        </p:nvSpPr>
        <p:spPr>
          <a:xfrm>
            <a:off x="566500"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60" name="Google Shape;260;p31"/>
          <p:cNvSpPr txBox="1"/>
          <p:nvPr>
            <p:ph idx="8" type="title"/>
          </p:nvPr>
        </p:nvSpPr>
        <p:spPr>
          <a:xfrm>
            <a:off x="566500" y="3242950"/>
            <a:ext cx="3639600" cy="189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61" name="Google Shape;261;p31"/>
          <p:cNvSpPr txBox="1"/>
          <p:nvPr>
            <p:ph idx="9"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BLANK_1_1_1_1_1_1_1_1_1_1_1_1">
    <p:spTree>
      <p:nvGrpSpPr>
        <p:cNvPr id="262" name="Shape 262"/>
        <p:cNvGrpSpPr/>
        <p:nvPr/>
      </p:nvGrpSpPr>
      <p:grpSpPr>
        <a:xfrm>
          <a:off x="0" y="0"/>
          <a:ext cx="0" cy="0"/>
          <a:chOff x="0" y="0"/>
          <a:chExt cx="0" cy="0"/>
        </a:xfrm>
      </p:grpSpPr>
      <p:sp>
        <p:nvSpPr>
          <p:cNvPr id="263" name="Google Shape;263;p32"/>
          <p:cNvSpPr/>
          <p:nvPr/>
        </p:nvSpPr>
        <p:spPr>
          <a:xfrm flipH="1" rot="10800000">
            <a:off x="6711875"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64" name="Google Shape;264;p32"/>
          <p:cNvSpPr txBox="1"/>
          <p:nvPr>
            <p:ph idx="1" type="subTitle"/>
          </p:nvPr>
        </p:nvSpPr>
        <p:spPr>
          <a:xfrm>
            <a:off x="4994475" y="10935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65" name="Google Shape;265;p32"/>
          <p:cNvSpPr txBox="1"/>
          <p:nvPr>
            <p:ph idx="2" type="subTitle"/>
          </p:nvPr>
        </p:nvSpPr>
        <p:spPr>
          <a:xfrm>
            <a:off x="4994475" y="17213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66" name="Google Shape;266;p32"/>
          <p:cNvSpPr txBox="1"/>
          <p:nvPr>
            <p:ph idx="3" type="subTitle"/>
          </p:nvPr>
        </p:nvSpPr>
        <p:spPr>
          <a:xfrm>
            <a:off x="4994475" y="234925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67" name="Google Shape;267;p32"/>
          <p:cNvSpPr txBox="1"/>
          <p:nvPr>
            <p:ph idx="4" type="subTitle"/>
          </p:nvPr>
        </p:nvSpPr>
        <p:spPr>
          <a:xfrm>
            <a:off x="4994475" y="297712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68" name="Google Shape;268;p32"/>
          <p:cNvSpPr txBox="1"/>
          <p:nvPr>
            <p:ph idx="5" type="subTitle"/>
          </p:nvPr>
        </p:nvSpPr>
        <p:spPr>
          <a:xfrm>
            <a:off x="4994475" y="36050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69" name="Google Shape;269;p32"/>
          <p:cNvSpPr txBox="1"/>
          <p:nvPr>
            <p:ph idx="6" type="subTitle"/>
          </p:nvPr>
        </p:nvSpPr>
        <p:spPr>
          <a:xfrm>
            <a:off x="4994475" y="42328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70" name="Google Shape;270;p32"/>
          <p:cNvSpPr/>
          <p:nvPr>
            <p:ph idx="7" type="pic"/>
          </p:nvPr>
        </p:nvSpPr>
        <p:spPr>
          <a:xfrm>
            <a:off x="50" y="1278300"/>
            <a:ext cx="4285500" cy="3865200"/>
          </a:xfrm>
          <a:prstGeom prst="rect">
            <a:avLst/>
          </a:prstGeom>
          <a:noFill/>
          <a:ln>
            <a:noFill/>
          </a:ln>
        </p:spPr>
      </p:sp>
      <p:sp>
        <p:nvSpPr>
          <p:cNvPr id="271" name="Google Shape;271;p32"/>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72" name="Google Shape;272;p32"/>
          <p:cNvSpPr txBox="1"/>
          <p:nvPr>
            <p:ph idx="8"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273" name="Google Shape;273;p32"/>
          <p:cNvSpPr txBox="1"/>
          <p:nvPr>
            <p:ph idx="9" type="subTitle"/>
          </p:nvPr>
        </p:nvSpPr>
        <p:spPr>
          <a:xfrm>
            <a:off x="5343675" y="10935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74" name="Google Shape;274;p32"/>
          <p:cNvSpPr txBox="1"/>
          <p:nvPr>
            <p:ph idx="13" type="subTitle"/>
          </p:nvPr>
        </p:nvSpPr>
        <p:spPr>
          <a:xfrm>
            <a:off x="5343675" y="17213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75" name="Google Shape;275;p32"/>
          <p:cNvSpPr txBox="1"/>
          <p:nvPr>
            <p:ph idx="14" type="subTitle"/>
          </p:nvPr>
        </p:nvSpPr>
        <p:spPr>
          <a:xfrm>
            <a:off x="5343675" y="234925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76" name="Google Shape;276;p32"/>
          <p:cNvSpPr txBox="1"/>
          <p:nvPr>
            <p:ph idx="15" type="subTitle"/>
          </p:nvPr>
        </p:nvSpPr>
        <p:spPr>
          <a:xfrm>
            <a:off x="5343675" y="297712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77" name="Google Shape;277;p32"/>
          <p:cNvSpPr txBox="1"/>
          <p:nvPr>
            <p:ph idx="16" type="subTitle"/>
          </p:nvPr>
        </p:nvSpPr>
        <p:spPr>
          <a:xfrm>
            <a:off x="5343675" y="36050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78" name="Google Shape;278;p32"/>
          <p:cNvSpPr txBox="1"/>
          <p:nvPr>
            <p:ph idx="17" type="subTitle"/>
          </p:nvPr>
        </p:nvSpPr>
        <p:spPr>
          <a:xfrm>
            <a:off x="5343675" y="42328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alt">
  <p:cSld name="BLANK_1_1_1_1_1_1_1_1_1_1_1_1_1_1_1_1_1_1_1">
    <p:spTree>
      <p:nvGrpSpPr>
        <p:cNvPr id="279" name="Shape 279"/>
        <p:cNvGrpSpPr/>
        <p:nvPr/>
      </p:nvGrpSpPr>
      <p:grpSpPr>
        <a:xfrm>
          <a:off x="0" y="0"/>
          <a:ext cx="0" cy="0"/>
          <a:chOff x="0" y="0"/>
          <a:chExt cx="0" cy="0"/>
        </a:xfrm>
      </p:grpSpPr>
      <p:sp>
        <p:nvSpPr>
          <p:cNvPr id="280" name="Google Shape;280;p33"/>
          <p:cNvSpPr txBox="1"/>
          <p:nvPr>
            <p:ph idx="1" type="body"/>
          </p:nvPr>
        </p:nvSpPr>
        <p:spPr>
          <a:xfrm>
            <a:off x="256025"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81" name="Google Shape;281;p33"/>
          <p:cNvSpPr txBox="1"/>
          <p:nvPr>
            <p:ph idx="2" type="body"/>
          </p:nvPr>
        </p:nvSpPr>
        <p:spPr>
          <a:xfrm>
            <a:off x="3241424"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82" name="Google Shape;282;p33"/>
          <p:cNvSpPr txBox="1"/>
          <p:nvPr>
            <p:ph idx="3" type="body"/>
          </p:nvPr>
        </p:nvSpPr>
        <p:spPr>
          <a:xfrm>
            <a:off x="6226798"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83" name="Google Shape;283;p33"/>
          <p:cNvSpPr/>
          <p:nvPr>
            <p:ph idx="4" type="pic"/>
          </p:nvPr>
        </p:nvSpPr>
        <p:spPr>
          <a:xfrm>
            <a:off x="256025" y="1597425"/>
            <a:ext cx="2661300" cy="1966200"/>
          </a:xfrm>
          <a:prstGeom prst="rect">
            <a:avLst/>
          </a:prstGeom>
          <a:noFill/>
          <a:ln>
            <a:noFill/>
          </a:ln>
        </p:spPr>
      </p:sp>
      <p:sp>
        <p:nvSpPr>
          <p:cNvPr id="284" name="Google Shape;284;p33"/>
          <p:cNvSpPr/>
          <p:nvPr>
            <p:ph idx="5" type="pic"/>
          </p:nvPr>
        </p:nvSpPr>
        <p:spPr>
          <a:xfrm>
            <a:off x="3241425" y="1597425"/>
            <a:ext cx="2661300" cy="1966200"/>
          </a:xfrm>
          <a:prstGeom prst="rect">
            <a:avLst/>
          </a:prstGeom>
          <a:noFill/>
          <a:ln>
            <a:noFill/>
          </a:ln>
        </p:spPr>
      </p:sp>
      <p:sp>
        <p:nvSpPr>
          <p:cNvPr id="285" name="Google Shape;285;p33"/>
          <p:cNvSpPr/>
          <p:nvPr>
            <p:ph idx="6" type="pic"/>
          </p:nvPr>
        </p:nvSpPr>
        <p:spPr>
          <a:xfrm>
            <a:off x="6226825" y="1588650"/>
            <a:ext cx="2661300" cy="1966200"/>
          </a:xfrm>
          <a:prstGeom prst="rect">
            <a:avLst/>
          </a:prstGeom>
          <a:noFill/>
          <a:ln>
            <a:noFill/>
          </a:ln>
        </p:spPr>
      </p:sp>
      <p:sp>
        <p:nvSpPr>
          <p:cNvPr id="286" name="Google Shape;286;p33"/>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87" name="Google Shape;287;p33"/>
          <p:cNvSpPr txBox="1"/>
          <p:nvPr>
            <p:ph idx="7" type="subTitle"/>
          </p:nvPr>
        </p:nvSpPr>
        <p:spPr>
          <a:xfrm>
            <a:off x="2560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88" name="Google Shape;288;p33"/>
          <p:cNvSpPr txBox="1"/>
          <p:nvPr>
            <p:ph idx="8" type="subTitle"/>
          </p:nvPr>
        </p:nvSpPr>
        <p:spPr>
          <a:xfrm>
            <a:off x="32413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89" name="Google Shape;289;p33"/>
          <p:cNvSpPr txBox="1"/>
          <p:nvPr>
            <p:ph idx="9" type="subTitle"/>
          </p:nvPr>
        </p:nvSpPr>
        <p:spPr>
          <a:xfrm>
            <a:off x="62266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90" name="Google Shape;290;p33"/>
          <p:cNvSpPr txBox="1"/>
          <p:nvPr>
            <p:ph idx="1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p:cSld name="BLANK_1_1_1_1_1_1_1_1_1_1_1_1_1_1_1_1_1_1_1_2">
    <p:spTree>
      <p:nvGrpSpPr>
        <p:cNvPr id="291" name="Shape 291"/>
        <p:cNvGrpSpPr/>
        <p:nvPr/>
      </p:nvGrpSpPr>
      <p:grpSpPr>
        <a:xfrm>
          <a:off x="0" y="0"/>
          <a:ext cx="0" cy="0"/>
          <a:chOff x="0" y="0"/>
          <a:chExt cx="0" cy="0"/>
        </a:xfrm>
      </p:grpSpPr>
      <p:sp>
        <p:nvSpPr>
          <p:cNvPr id="292" name="Google Shape;292;p34"/>
          <p:cNvSpPr/>
          <p:nvPr>
            <p:ph idx="2" type="pic"/>
          </p:nvPr>
        </p:nvSpPr>
        <p:spPr>
          <a:xfrm>
            <a:off x="2725025" y="1596075"/>
            <a:ext cx="1498500" cy="1498500"/>
          </a:xfrm>
          <a:prstGeom prst="rect">
            <a:avLst/>
          </a:prstGeom>
          <a:noFill/>
          <a:ln>
            <a:noFill/>
          </a:ln>
        </p:spPr>
      </p:sp>
      <p:sp>
        <p:nvSpPr>
          <p:cNvPr id="293" name="Google Shape;293;p34"/>
          <p:cNvSpPr/>
          <p:nvPr>
            <p:ph idx="3" type="pic"/>
          </p:nvPr>
        </p:nvSpPr>
        <p:spPr>
          <a:xfrm>
            <a:off x="7115925" y="1596075"/>
            <a:ext cx="1498500" cy="1498500"/>
          </a:xfrm>
          <a:prstGeom prst="rect">
            <a:avLst/>
          </a:prstGeom>
          <a:noFill/>
          <a:ln>
            <a:noFill/>
          </a:ln>
        </p:spPr>
      </p:sp>
      <p:sp>
        <p:nvSpPr>
          <p:cNvPr id="294" name="Google Shape;294;p34"/>
          <p:cNvSpPr/>
          <p:nvPr>
            <p:ph idx="4" type="pic"/>
          </p:nvPr>
        </p:nvSpPr>
        <p:spPr>
          <a:xfrm>
            <a:off x="4920475" y="1596075"/>
            <a:ext cx="1498500" cy="1498500"/>
          </a:xfrm>
          <a:prstGeom prst="ellipse">
            <a:avLst/>
          </a:prstGeom>
          <a:noFill/>
          <a:ln>
            <a:noFill/>
          </a:ln>
        </p:spPr>
      </p:sp>
      <p:sp>
        <p:nvSpPr>
          <p:cNvPr id="295" name="Google Shape;295;p34"/>
          <p:cNvSpPr/>
          <p:nvPr>
            <p:ph idx="5" type="pic"/>
          </p:nvPr>
        </p:nvSpPr>
        <p:spPr>
          <a:xfrm>
            <a:off x="529575" y="1596075"/>
            <a:ext cx="1498500" cy="1498500"/>
          </a:xfrm>
          <a:prstGeom prst="ellipse">
            <a:avLst/>
          </a:prstGeom>
          <a:noFill/>
          <a:ln>
            <a:noFill/>
          </a:ln>
        </p:spPr>
      </p:sp>
      <p:sp>
        <p:nvSpPr>
          <p:cNvPr id="296" name="Google Shape;296;p34"/>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97" name="Google Shape;297;p34"/>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98" name="Google Shape;298;p34"/>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99" name="Google Shape;299;p34"/>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00" name="Google Shape;300;p34"/>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01" name="Google Shape;301;p34"/>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02" name="Google Shape;302;p34"/>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03" name="Google Shape;303;p34"/>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04" name="Google Shape;304;p34"/>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05" name="Google Shape;305;p34"/>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Alt 1">
  <p:cSld name="BLANK_1_1_1_1_1_1_1_1_1_1_1_1_1_1_1_1_1_1_1_2_1">
    <p:spTree>
      <p:nvGrpSpPr>
        <p:cNvPr id="306" name="Shape 306"/>
        <p:cNvGrpSpPr/>
        <p:nvPr/>
      </p:nvGrpSpPr>
      <p:grpSpPr>
        <a:xfrm>
          <a:off x="0" y="0"/>
          <a:ext cx="0" cy="0"/>
          <a:chOff x="0" y="0"/>
          <a:chExt cx="0" cy="0"/>
        </a:xfrm>
      </p:grpSpPr>
      <p:sp>
        <p:nvSpPr>
          <p:cNvPr id="307" name="Google Shape;307;p35"/>
          <p:cNvSpPr/>
          <p:nvPr>
            <p:ph idx="2" type="pic"/>
          </p:nvPr>
        </p:nvSpPr>
        <p:spPr>
          <a:xfrm>
            <a:off x="2725025" y="1596075"/>
            <a:ext cx="1498500" cy="1498500"/>
          </a:xfrm>
          <a:prstGeom prst="rect">
            <a:avLst/>
          </a:prstGeom>
          <a:noFill/>
          <a:ln>
            <a:noFill/>
          </a:ln>
        </p:spPr>
      </p:sp>
      <p:sp>
        <p:nvSpPr>
          <p:cNvPr id="308" name="Google Shape;308;p35"/>
          <p:cNvSpPr/>
          <p:nvPr>
            <p:ph idx="3" type="pic"/>
          </p:nvPr>
        </p:nvSpPr>
        <p:spPr>
          <a:xfrm>
            <a:off x="7115925" y="1596075"/>
            <a:ext cx="1498500" cy="1498500"/>
          </a:xfrm>
          <a:prstGeom prst="rect">
            <a:avLst/>
          </a:prstGeom>
          <a:noFill/>
          <a:ln>
            <a:noFill/>
          </a:ln>
        </p:spPr>
      </p:sp>
      <p:sp>
        <p:nvSpPr>
          <p:cNvPr id="309" name="Google Shape;309;p35"/>
          <p:cNvSpPr/>
          <p:nvPr>
            <p:ph idx="4" type="pic"/>
          </p:nvPr>
        </p:nvSpPr>
        <p:spPr>
          <a:xfrm>
            <a:off x="4920475" y="1596075"/>
            <a:ext cx="1498500" cy="1498500"/>
          </a:xfrm>
          <a:prstGeom prst="ellipse">
            <a:avLst/>
          </a:prstGeom>
          <a:noFill/>
          <a:ln>
            <a:noFill/>
          </a:ln>
        </p:spPr>
      </p:sp>
      <p:sp>
        <p:nvSpPr>
          <p:cNvPr id="310" name="Google Shape;310;p35"/>
          <p:cNvSpPr/>
          <p:nvPr>
            <p:ph idx="5" type="pic"/>
          </p:nvPr>
        </p:nvSpPr>
        <p:spPr>
          <a:xfrm>
            <a:off x="529575" y="1596075"/>
            <a:ext cx="1498500" cy="1498500"/>
          </a:xfrm>
          <a:prstGeom prst="ellipse">
            <a:avLst/>
          </a:prstGeom>
          <a:noFill/>
          <a:ln>
            <a:noFill/>
          </a:ln>
        </p:spPr>
      </p:sp>
      <p:sp>
        <p:nvSpPr>
          <p:cNvPr id="311" name="Google Shape;311;p35"/>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12" name="Google Shape;312;p35"/>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313" name="Google Shape;313;p35"/>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14" name="Google Shape;314;p35"/>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15" name="Google Shape;315;p35"/>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16" name="Google Shape;316;p35"/>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17" name="Google Shape;317;p35"/>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18" name="Google Shape;318;p35"/>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19" name="Google Shape;319;p35"/>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20" name="Google Shape;320;p35"/>
          <p:cNvSpPr txBox="1"/>
          <p:nvPr>
            <p:ph idx="1" type="body"/>
          </p:nvPr>
        </p:nvSpPr>
        <p:spPr>
          <a:xfrm>
            <a:off x="2432125" y="3851275"/>
            <a:ext cx="20850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321" name="Google Shape;321;p35"/>
          <p:cNvSpPr txBox="1"/>
          <p:nvPr>
            <p:ph idx="17" type="body"/>
          </p:nvPr>
        </p:nvSpPr>
        <p:spPr>
          <a:xfrm>
            <a:off x="25602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322" name="Google Shape;322;p35"/>
          <p:cNvSpPr txBox="1"/>
          <p:nvPr>
            <p:ph idx="18" type="body"/>
          </p:nvPr>
        </p:nvSpPr>
        <p:spPr>
          <a:xfrm>
            <a:off x="682167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323" name="Google Shape;323;p35"/>
          <p:cNvSpPr txBox="1"/>
          <p:nvPr>
            <p:ph idx="19" type="body"/>
          </p:nvPr>
        </p:nvSpPr>
        <p:spPr>
          <a:xfrm>
            <a:off x="4629100" y="3851275"/>
            <a:ext cx="2085000" cy="775800"/>
          </a:xfrm>
          <a:prstGeom prst="rect">
            <a:avLst/>
          </a:prstGeom>
        </p:spPr>
        <p:txBody>
          <a:bodyPr anchorCtr="0" anchor="t" bIns="0" lIns="91425" spcFirstLastPara="1" rIns="91425" wrap="square" tIns="0">
            <a:spAutoFit/>
          </a:bodyPr>
          <a:lstStyle>
            <a:lvl1pPr indent="-285750" lvl="0" marL="457200" algn="ctr">
              <a:spcBef>
                <a:spcPts val="0"/>
              </a:spcBef>
              <a:spcAft>
                <a:spcPts val="0"/>
              </a:spcAft>
              <a:buClr>
                <a:schemeClr val="lt2"/>
              </a:buClr>
              <a:buSzPts val="900"/>
              <a:buFont typeface="Montserrat"/>
              <a:buChar char="●"/>
              <a:defRPr/>
            </a:lvl1pPr>
            <a:lvl2pPr indent="-285750" lvl="1" marL="914400" algn="ctr">
              <a:spcBef>
                <a:spcPts val="0"/>
              </a:spcBef>
              <a:spcAft>
                <a:spcPts val="0"/>
              </a:spcAft>
              <a:buClr>
                <a:schemeClr val="lt2"/>
              </a:buClr>
              <a:buSzPts val="900"/>
              <a:buFont typeface="Montserrat"/>
              <a:buChar char="○"/>
              <a:defRPr/>
            </a:lvl2pPr>
            <a:lvl3pPr indent="-285750" lvl="2" marL="1371600" algn="ctr">
              <a:spcBef>
                <a:spcPts val="0"/>
              </a:spcBef>
              <a:spcAft>
                <a:spcPts val="0"/>
              </a:spcAft>
              <a:buClr>
                <a:schemeClr val="lt2"/>
              </a:buClr>
              <a:buSzPts val="900"/>
              <a:buFont typeface="Montserrat"/>
              <a:buChar char="■"/>
              <a:defRPr/>
            </a:lvl3pPr>
            <a:lvl4pPr indent="-285750" lvl="3" marL="1828800" algn="ctr">
              <a:spcBef>
                <a:spcPts val="0"/>
              </a:spcBef>
              <a:spcAft>
                <a:spcPts val="0"/>
              </a:spcAft>
              <a:buClr>
                <a:schemeClr val="lt2"/>
              </a:buClr>
              <a:buSzPts val="900"/>
              <a:buFont typeface="Montserrat"/>
              <a:buChar char="●"/>
              <a:defRPr/>
            </a:lvl4pPr>
            <a:lvl5pPr indent="-285750" lvl="4" marL="2286000" algn="ctr">
              <a:spcBef>
                <a:spcPts val="0"/>
              </a:spcBef>
              <a:spcAft>
                <a:spcPts val="0"/>
              </a:spcAft>
              <a:buClr>
                <a:schemeClr val="lt2"/>
              </a:buClr>
              <a:buSzPts val="900"/>
              <a:buFont typeface="Montserrat"/>
              <a:buChar char="○"/>
              <a:defRPr/>
            </a:lvl5pPr>
            <a:lvl6pPr indent="-285750" lvl="5" marL="2743200" algn="ctr">
              <a:spcBef>
                <a:spcPts val="0"/>
              </a:spcBef>
              <a:spcAft>
                <a:spcPts val="0"/>
              </a:spcAft>
              <a:buClr>
                <a:schemeClr val="lt2"/>
              </a:buClr>
              <a:buSzPts val="900"/>
              <a:buFont typeface="Montserrat"/>
              <a:buChar char="■"/>
              <a:defRPr/>
            </a:lvl6pPr>
            <a:lvl7pPr indent="-285750" lvl="6" marL="3200400" algn="ctr">
              <a:spcBef>
                <a:spcPts val="0"/>
              </a:spcBef>
              <a:spcAft>
                <a:spcPts val="0"/>
              </a:spcAft>
              <a:buClr>
                <a:schemeClr val="lt2"/>
              </a:buClr>
              <a:buSzPts val="900"/>
              <a:buFont typeface="Montserrat"/>
              <a:buChar char="●"/>
              <a:defRPr/>
            </a:lvl7pPr>
            <a:lvl8pPr indent="-285750" lvl="7" marL="3657600" algn="ctr">
              <a:spcBef>
                <a:spcPts val="0"/>
              </a:spcBef>
              <a:spcAft>
                <a:spcPts val="0"/>
              </a:spcAft>
              <a:buClr>
                <a:schemeClr val="lt2"/>
              </a:buClr>
              <a:buSzPts val="900"/>
              <a:buFont typeface="Montserrat"/>
              <a:buChar char="○"/>
              <a:defRPr/>
            </a:lvl8pPr>
            <a:lvl9pPr indent="-285750" lvl="8" marL="4114800" algn="ctr">
              <a:spcBef>
                <a:spcPts val="0"/>
              </a:spcBef>
              <a:spcAft>
                <a:spcPts val="0"/>
              </a:spcAft>
              <a:buClr>
                <a:schemeClr val="lt2"/>
              </a:buClr>
              <a:buSzPts val="900"/>
              <a:buFont typeface="Montserrat"/>
              <a:buChar char="■"/>
              <a:defRPr/>
            </a:lvl9pPr>
          </a:lstStyle>
          <a:p/>
        </p:txBody>
      </p:sp>
      <p:sp>
        <p:nvSpPr>
          <p:cNvPr id="324" name="Google Shape;324;p35"/>
          <p:cNvSpPr txBox="1"/>
          <p:nvPr>
            <p:ph idx="20"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1_1_1_1_1_1_1_1_1_1_1_1_1_1_1_1_1_1_1_1_1_1">
    <p:bg>
      <p:bgPr>
        <a:solidFill>
          <a:schemeClr val="dk2"/>
        </a:solidFill>
      </p:bgPr>
    </p:bg>
    <p:spTree>
      <p:nvGrpSpPr>
        <p:cNvPr id="325" name="Shape 325"/>
        <p:cNvGrpSpPr/>
        <p:nvPr/>
      </p:nvGrpSpPr>
      <p:grpSpPr>
        <a:xfrm>
          <a:off x="0" y="0"/>
          <a:ext cx="0" cy="0"/>
          <a:chOff x="0" y="0"/>
          <a:chExt cx="0" cy="0"/>
        </a:xfrm>
      </p:grpSpPr>
      <p:sp>
        <p:nvSpPr>
          <p:cNvPr id="326" name="Google Shape;326;p36"/>
          <p:cNvSpPr/>
          <p:nvPr/>
        </p:nvSpPr>
        <p:spPr>
          <a:xfrm>
            <a:off x="0" y="1182000"/>
            <a:ext cx="1873200" cy="30603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27" name="Google Shape;327;p36"/>
          <p:cNvSpPr/>
          <p:nvPr/>
        </p:nvSpPr>
        <p:spPr>
          <a:xfrm>
            <a:off x="0" y="1182000"/>
            <a:ext cx="1873200" cy="1873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28" name="Google Shape;328;p36"/>
          <p:cNvSpPr/>
          <p:nvPr/>
        </p:nvSpPr>
        <p:spPr>
          <a:xfrm>
            <a:off x="0" y="1182000"/>
            <a:ext cx="1873200" cy="683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29" name="Google Shape;329;p36"/>
          <p:cNvSpPr/>
          <p:nvPr/>
        </p:nvSpPr>
        <p:spPr>
          <a:xfrm>
            <a:off x="0" y="0"/>
            <a:ext cx="1873200" cy="118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30" name="Google Shape;330;p36"/>
          <p:cNvSpPr/>
          <p:nvPr/>
        </p:nvSpPr>
        <p:spPr>
          <a:xfrm>
            <a:off x="806250" y="1052675"/>
            <a:ext cx="260700" cy="260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31" name="Google Shape;331;p36"/>
          <p:cNvSpPr/>
          <p:nvPr/>
        </p:nvSpPr>
        <p:spPr>
          <a:xfrm>
            <a:off x="0" y="4246550"/>
            <a:ext cx="9144000" cy="901200"/>
          </a:xfrm>
          <a:prstGeom prst="rect">
            <a:avLst/>
          </a:prstGeom>
          <a:gradFill>
            <a:gsLst>
              <a:gs pos="0">
                <a:schemeClr val="dk1"/>
              </a:gs>
              <a:gs pos="72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332" name="Google Shape;332;p36"/>
          <p:cNvCxnSpPr/>
          <p:nvPr/>
        </p:nvCxnSpPr>
        <p:spPr>
          <a:xfrm>
            <a:off x="0" y="4244425"/>
            <a:ext cx="9144000" cy="0"/>
          </a:xfrm>
          <a:prstGeom prst="straightConnector1">
            <a:avLst/>
          </a:prstGeom>
          <a:noFill/>
          <a:ln cap="flat" cmpd="sng" w="9525">
            <a:solidFill>
              <a:schemeClr val="dk1"/>
            </a:solidFill>
            <a:prstDash val="solid"/>
            <a:round/>
            <a:headEnd len="med" w="med" type="none"/>
            <a:tailEnd len="med" w="med" type="none"/>
          </a:ln>
        </p:spPr>
      </p:cxnSp>
      <p:cxnSp>
        <p:nvCxnSpPr>
          <p:cNvPr id="333" name="Google Shape;333;p36"/>
          <p:cNvCxnSpPr/>
          <p:nvPr/>
        </p:nvCxnSpPr>
        <p:spPr>
          <a:xfrm>
            <a:off x="1873325" y="0"/>
            <a:ext cx="0" cy="4242300"/>
          </a:xfrm>
          <a:prstGeom prst="straightConnector1">
            <a:avLst/>
          </a:prstGeom>
          <a:noFill/>
          <a:ln cap="flat" cmpd="sng" w="9525">
            <a:solidFill>
              <a:schemeClr val="dk1"/>
            </a:solidFill>
            <a:prstDash val="solid"/>
            <a:round/>
            <a:headEnd len="med" w="med" type="none"/>
            <a:tailEnd len="med" w="med" type="none"/>
          </a:ln>
        </p:spPr>
      </p:cxnSp>
      <p:sp>
        <p:nvSpPr>
          <p:cNvPr id="334" name="Google Shape;334;p36"/>
          <p:cNvSpPr txBox="1"/>
          <p:nvPr>
            <p:ph type="title"/>
          </p:nvPr>
        </p:nvSpPr>
        <p:spPr>
          <a:xfrm>
            <a:off x="2322425" y="602225"/>
            <a:ext cx="6565800" cy="642000"/>
          </a:xfrm>
          <a:prstGeom prst="rect">
            <a:avLst/>
          </a:prstGeom>
          <a:noFill/>
        </p:spPr>
        <p:txBody>
          <a:bodyPr anchorCtr="0" anchor="t" bIns="0" lIns="0" spcFirstLastPara="1" rIns="0" wrap="square" tIns="0">
            <a:noAutofit/>
          </a:bodyPr>
          <a:lstStyle>
            <a:lvl1pPr lvl="0">
              <a:lnSpc>
                <a:spcPct val="80000"/>
              </a:lnSpc>
              <a:spcBef>
                <a:spcPts val="0"/>
              </a:spcBef>
              <a:spcAft>
                <a:spcPts val="0"/>
              </a:spcAft>
              <a:buClr>
                <a:schemeClr val="dk1"/>
              </a:buClr>
              <a:buSzPts val="9600"/>
              <a:buFont typeface="Montserrat"/>
              <a:buNone/>
              <a:defRPr sz="9600">
                <a:latin typeface="Montserrat"/>
                <a:ea typeface="Montserrat"/>
                <a:cs typeface="Montserrat"/>
                <a:sym typeface="Montserrat"/>
              </a:defRPr>
            </a:lvl1pPr>
            <a:lvl2pPr lvl="1">
              <a:spcBef>
                <a:spcPts val="0"/>
              </a:spcBef>
              <a:spcAft>
                <a:spcPts val="0"/>
              </a:spcAft>
              <a:buClr>
                <a:schemeClr val="dk1"/>
              </a:buClr>
              <a:buSzPts val="9600"/>
              <a:buFont typeface="Montserrat"/>
              <a:buNone/>
              <a:defRPr sz="9600">
                <a:latin typeface="Montserrat"/>
                <a:ea typeface="Montserrat"/>
                <a:cs typeface="Montserrat"/>
                <a:sym typeface="Montserrat"/>
              </a:defRPr>
            </a:lvl2pPr>
            <a:lvl3pPr lvl="2">
              <a:spcBef>
                <a:spcPts val="0"/>
              </a:spcBef>
              <a:spcAft>
                <a:spcPts val="0"/>
              </a:spcAft>
              <a:buClr>
                <a:schemeClr val="dk1"/>
              </a:buClr>
              <a:buSzPts val="9600"/>
              <a:buFont typeface="Montserrat"/>
              <a:buNone/>
              <a:defRPr sz="9600">
                <a:latin typeface="Montserrat"/>
                <a:ea typeface="Montserrat"/>
                <a:cs typeface="Montserrat"/>
                <a:sym typeface="Montserrat"/>
              </a:defRPr>
            </a:lvl3pPr>
            <a:lvl4pPr lvl="3">
              <a:spcBef>
                <a:spcPts val="0"/>
              </a:spcBef>
              <a:spcAft>
                <a:spcPts val="0"/>
              </a:spcAft>
              <a:buClr>
                <a:schemeClr val="dk1"/>
              </a:buClr>
              <a:buSzPts val="9600"/>
              <a:buFont typeface="Montserrat"/>
              <a:buNone/>
              <a:defRPr sz="9600">
                <a:latin typeface="Montserrat"/>
                <a:ea typeface="Montserrat"/>
                <a:cs typeface="Montserrat"/>
                <a:sym typeface="Montserrat"/>
              </a:defRPr>
            </a:lvl4pPr>
            <a:lvl5pPr lvl="4">
              <a:spcBef>
                <a:spcPts val="0"/>
              </a:spcBef>
              <a:spcAft>
                <a:spcPts val="0"/>
              </a:spcAft>
              <a:buClr>
                <a:schemeClr val="dk1"/>
              </a:buClr>
              <a:buSzPts val="9600"/>
              <a:buFont typeface="Montserrat"/>
              <a:buNone/>
              <a:defRPr sz="9600">
                <a:latin typeface="Montserrat"/>
                <a:ea typeface="Montserrat"/>
                <a:cs typeface="Montserrat"/>
                <a:sym typeface="Montserrat"/>
              </a:defRPr>
            </a:lvl5pPr>
            <a:lvl6pPr lvl="5">
              <a:spcBef>
                <a:spcPts val="0"/>
              </a:spcBef>
              <a:spcAft>
                <a:spcPts val="0"/>
              </a:spcAft>
              <a:buClr>
                <a:schemeClr val="dk1"/>
              </a:buClr>
              <a:buSzPts val="9600"/>
              <a:buFont typeface="Montserrat"/>
              <a:buNone/>
              <a:defRPr sz="9600">
                <a:latin typeface="Montserrat"/>
                <a:ea typeface="Montserrat"/>
                <a:cs typeface="Montserrat"/>
                <a:sym typeface="Montserrat"/>
              </a:defRPr>
            </a:lvl6pPr>
            <a:lvl7pPr lvl="6">
              <a:spcBef>
                <a:spcPts val="0"/>
              </a:spcBef>
              <a:spcAft>
                <a:spcPts val="0"/>
              </a:spcAft>
              <a:buClr>
                <a:schemeClr val="dk1"/>
              </a:buClr>
              <a:buSzPts val="9600"/>
              <a:buFont typeface="Montserrat"/>
              <a:buNone/>
              <a:defRPr sz="9600">
                <a:latin typeface="Montserrat"/>
                <a:ea typeface="Montserrat"/>
                <a:cs typeface="Montserrat"/>
                <a:sym typeface="Montserrat"/>
              </a:defRPr>
            </a:lvl7pPr>
            <a:lvl8pPr lvl="7">
              <a:spcBef>
                <a:spcPts val="0"/>
              </a:spcBef>
              <a:spcAft>
                <a:spcPts val="0"/>
              </a:spcAft>
              <a:buClr>
                <a:schemeClr val="dk1"/>
              </a:buClr>
              <a:buSzPts val="9600"/>
              <a:buFont typeface="Montserrat"/>
              <a:buNone/>
              <a:defRPr sz="9600">
                <a:latin typeface="Montserrat"/>
                <a:ea typeface="Montserrat"/>
                <a:cs typeface="Montserrat"/>
                <a:sym typeface="Montserrat"/>
              </a:defRPr>
            </a:lvl8pPr>
            <a:lvl9pPr lvl="8">
              <a:spcBef>
                <a:spcPts val="0"/>
              </a:spcBef>
              <a:spcAft>
                <a:spcPts val="0"/>
              </a:spcAft>
              <a:buClr>
                <a:schemeClr val="dk1"/>
              </a:buClr>
              <a:buSzPts val="9600"/>
              <a:buFont typeface="Montserrat"/>
              <a:buNone/>
              <a:defRPr sz="9600">
                <a:latin typeface="Montserrat"/>
                <a:ea typeface="Montserrat"/>
                <a:cs typeface="Montserrat"/>
                <a:sym typeface="Montserrat"/>
              </a:defRPr>
            </a:lvl9pPr>
          </a:lstStyle>
          <a:p/>
        </p:txBody>
      </p:sp>
      <p:sp>
        <p:nvSpPr>
          <p:cNvPr id="335" name="Google Shape;335;p36"/>
          <p:cNvSpPr txBox="1"/>
          <p:nvPr>
            <p:ph idx="2" type="title"/>
          </p:nvPr>
        </p:nvSpPr>
        <p:spPr>
          <a:xfrm>
            <a:off x="2322425" y="1389575"/>
            <a:ext cx="6565800" cy="598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600"/>
              <a:buFont typeface="Source Serif 4"/>
              <a:buNone/>
              <a:defRPr sz="9600"/>
            </a:lvl1pPr>
            <a:lvl2pPr lvl="1">
              <a:spcBef>
                <a:spcPts val="0"/>
              </a:spcBef>
              <a:spcAft>
                <a:spcPts val="0"/>
              </a:spcAft>
              <a:buClr>
                <a:schemeClr val="dk1"/>
              </a:buClr>
              <a:buSzPts val="9600"/>
              <a:buFont typeface="Source Serif 4"/>
              <a:buNone/>
              <a:defRPr sz="9600"/>
            </a:lvl2pPr>
            <a:lvl3pPr lvl="2">
              <a:spcBef>
                <a:spcPts val="0"/>
              </a:spcBef>
              <a:spcAft>
                <a:spcPts val="0"/>
              </a:spcAft>
              <a:buClr>
                <a:schemeClr val="dk1"/>
              </a:buClr>
              <a:buSzPts val="9600"/>
              <a:buFont typeface="Source Serif 4"/>
              <a:buNone/>
              <a:defRPr sz="9600"/>
            </a:lvl3pPr>
            <a:lvl4pPr lvl="3">
              <a:spcBef>
                <a:spcPts val="0"/>
              </a:spcBef>
              <a:spcAft>
                <a:spcPts val="0"/>
              </a:spcAft>
              <a:buClr>
                <a:schemeClr val="dk1"/>
              </a:buClr>
              <a:buSzPts val="9600"/>
              <a:buFont typeface="Source Serif 4"/>
              <a:buNone/>
              <a:defRPr sz="9600"/>
            </a:lvl4pPr>
            <a:lvl5pPr lvl="4">
              <a:spcBef>
                <a:spcPts val="0"/>
              </a:spcBef>
              <a:spcAft>
                <a:spcPts val="0"/>
              </a:spcAft>
              <a:buClr>
                <a:schemeClr val="dk1"/>
              </a:buClr>
              <a:buSzPts val="9600"/>
              <a:buFont typeface="Source Serif 4"/>
              <a:buNone/>
              <a:defRPr sz="9600"/>
            </a:lvl5pPr>
            <a:lvl6pPr lvl="5">
              <a:spcBef>
                <a:spcPts val="0"/>
              </a:spcBef>
              <a:spcAft>
                <a:spcPts val="0"/>
              </a:spcAft>
              <a:buClr>
                <a:schemeClr val="dk1"/>
              </a:buClr>
              <a:buSzPts val="9600"/>
              <a:buFont typeface="Source Serif 4"/>
              <a:buNone/>
              <a:defRPr sz="9600"/>
            </a:lvl6pPr>
            <a:lvl7pPr lvl="6">
              <a:spcBef>
                <a:spcPts val="0"/>
              </a:spcBef>
              <a:spcAft>
                <a:spcPts val="0"/>
              </a:spcAft>
              <a:buClr>
                <a:schemeClr val="dk1"/>
              </a:buClr>
              <a:buSzPts val="9600"/>
              <a:buFont typeface="Source Serif 4"/>
              <a:buNone/>
              <a:defRPr sz="9600"/>
            </a:lvl7pPr>
            <a:lvl8pPr lvl="7">
              <a:spcBef>
                <a:spcPts val="0"/>
              </a:spcBef>
              <a:spcAft>
                <a:spcPts val="0"/>
              </a:spcAft>
              <a:buClr>
                <a:schemeClr val="dk1"/>
              </a:buClr>
              <a:buSzPts val="9600"/>
              <a:buFont typeface="Source Serif 4"/>
              <a:buNone/>
              <a:defRPr sz="9600"/>
            </a:lvl8pPr>
            <a:lvl9pPr lvl="8">
              <a:spcBef>
                <a:spcPts val="0"/>
              </a:spcBef>
              <a:spcAft>
                <a:spcPts val="0"/>
              </a:spcAft>
              <a:buClr>
                <a:schemeClr val="dk1"/>
              </a:buClr>
              <a:buSzPts val="9600"/>
              <a:buFont typeface="Source Serif 4"/>
              <a:buNone/>
              <a:defRPr sz="9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6" name="Shape 336"/>
        <p:cNvGrpSpPr/>
        <p:nvPr/>
      </p:nvGrpSpPr>
      <p:grpSpPr>
        <a:xfrm>
          <a:off x="0" y="0"/>
          <a:ext cx="0" cy="0"/>
          <a:chOff x="0" y="0"/>
          <a:chExt cx="0" cy="0"/>
        </a:xfrm>
      </p:grpSpPr>
      <p:sp>
        <p:nvSpPr>
          <p:cNvPr id="337" name="Google Shape;337;p3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8" name="Google Shape;338;p37"/>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9" name="Shape 339"/>
        <p:cNvGrpSpPr/>
        <p:nvPr/>
      </p:nvGrpSpPr>
      <p:grpSpPr>
        <a:xfrm>
          <a:off x="0" y="0"/>
          <a:ext cx="0" cy="0"/>
          <a:chOff x="0" y="0"/>
          <a:chExt cx="0" cy="0"/>
        </a:xfrm>
      </p:grpSpPr>
      <p:sp>
        <p:nvSpPr>
          <p:cNvPr id="340" name="Google Shape;340;p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41" name="Shape 341"/>
        <p:cNvGrpSpPr/>
        <p:nvPr/>
      </p:nvGrpSpPr>
      <p:grpSpPr>
        <a:xfrm>
          <a:off x="0" y="0"/>
          <a:ext cx="0" cy="0"/>
          <a:chOff x="0" y="0"/>
          <a:chExt cx="0" cy="0"/>
        </a:xfrm>
      </p:grpSpPr>
      <p:sp>
        <p:nvSpPr>
          <p:cNvPr id="342" name="Google Shape;342;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43" name="Google Shape;343;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4" name="Shape 344"/>
        <p:cNvGrpSpPr/>
        <p:nvPr/>
      </p:nvGrpSpPr>
      <p:grpSpPr>
        <a:xfrm>
          <a:off x="0" y="0"/>
          <a:ext cx="0" cy="0"/>
          <a:chOff x="0" y="0"/>
          <a:chExt cx="0" cy="0"/>
        </a:xfrm>
      </p:grpSpPr>
      <p:sp>
        <p:nvSpPr>
          <p:cNvPr id="345" name="Google Shape;34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46" name="Google Shape;346;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7" name="Google Shape;347;p4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8" name="Shape 348"/>
        <p:cNvGrpSpPr/>
        <p:nvPr/>
      </p:nvGrpSpPr>
      <p:grpSpPr>
        <a:xfrm>
          <a:off x="0" y="0"/>
          <a:ext cx="0" cy="0"/>
          <a:chOff x="0" y="0"/>
          <a:chExt cx="0" cy="0"/>
        </a:xfrm>
      </p:grpSpPr>
      <p:sp>
        <p:nvSpPr>
          <p:cNvPr id="349" name="Google Shape;349;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50" name="Shape 350"/>
        <p:cNvGrpSpPr/>
        <p:nvPr/>
      </p:nvGrpSpPr>
      <p:grpSpPr>
        <a:xfrm>
          <a:off x="0" y="0"/>
          <a:ext cx="0" cy="0"/>
          <a:chOff x="0" y="0"/>
          <a:chExt cx="0" cy="0"/>
        </a:xfrm>
      </p:grpSpPr>
      <p:sp>
        <p:nvSpPr>
          <p:cNvPr id="351" name="Google Shape;351;p4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2" name="Google Shape;352;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3" name="Shape 353"/>
        <p:cNvGrpSpPr/>
        <p:nvPr/>
      </p:nvGrpSpPr>
      <p:grpSpPr>
        <a:xfrm>
          <a:off x="0" y="0"/>
          <a:ext cx="0" cy="0"/>
          <a:chOff x="0" y="0"/>
          <a:chExt cx="0" cy="0"/>
        </a:xfrm>
      </p:grpSpPr>
      <p:sp>
        <p:nvSpPr>
          <p:cNvPr id="354" name="Google Shape;354;p4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5" name="Shape 355"/>
        <p:cNvGrpSpPr/>
        <p:nvPr/>
      </p:nvGrpSpPr>
      <p:grpSpPr>
        <a:xfrm>
          <a:off x="0" y="0"/>
          <a:ext cx="0" cy="0"/>
          <a:chOff x="0" y="0"/>
          <a:chExt cx="0" cy="0"/>
        </a:xfrm>
      </p:grpSpPr>
      <p:sp>
        <p:nvSpPr>
          <p:cNvPr id="356" name="Google Shape;356;p4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7" name="Google Shape;357;p44"/>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8" name="Google Shape;358;p4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9" name="Shape 359"/>
        <p:cNvGrpSpPr/>
        <p:nvPr/>
      </p:nvGrpSpPr>
      <p:grpSpPr>
        <a:xfrm>
          <a:off x="0" y="0"/>
          <a:ext cx="0" cy="0"/>
          <a:chOff x="0" y="0"/>
          <a:chExt cx="0" cy="0"/>
        </a:xfrm>
      </p:grpSpPr>
      <p:sp>
        <p:nvSpPr>
          <p:cNvPr id="360" name="Google Shape;360;p4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61" name="Shape 361"/>
        <p:cNvGrpSpPr/>
        <p:nvPr/>
      </p:nvGrpSpPr>
      <p:grpSpPr>
        <a:xfrm>
          <a:off x="0" y="0"/>
          <a:ext cx="0" cy="0"/>
          <a:chOff x="0" y="0"/>
          <a:chExt cx="0" cy="0"/>
        </a:xfrm>
      </p:grpSpPr>
      <p:sp>
        <p:nvSpPr>
          <p:cNvPr id="362" name="Google Shape;362;p4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3" name="Google Shape;363;p4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4" name="Shape 364"/>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5" name="Shape 365"/>
        <p:cNvGrpSpPr/>
        <p:nvPr/>
      </p:nvGrpSpPr>
      <p:grpSpPr>
        <a:xfrm>
          <a:off x="0" y="0"/>
          <a:ext cx="0" cy="0"/>
          <a:chOff x="0" y="0"/>
          <a:chExt cx="0" cy="0"/>
        </a:xfrm>
      </p:grpSpPr>
      <p:sp>
        <p:nvSpPr>
          <p:cNvPr id="366" name="Google Shape;366;p4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67" name="Google Shape;367;p48"/>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48"/>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48"/>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48"/>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1" name="Google Shape;371;p48"/>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2" name="Google Shape;372;p48"/>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3" name="Shape 373"/>
        <p:cNvGrpSpPr/>
        <p:nvPr/>
      </p:nvGrpSpPr>
      <p:grpSpPr>
        <a:xfrm>
          <a:off x="0" y="0"/>
          <a:ext cx="0" cy="0"/>
          <a:chOff x="0" y="0"/>
          <a:chExt cx="0" cy="0"/>
        </a:xfrm>
      </p:grpSpPr>
      <p:sp>
        <p:nvSpPr>
          <p:cNvPr id="374" name="Google Shape;374;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75" name="Google Shape;375;p4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76" name="Google Shape;376;p4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7" name="Shape 377"/>
        <p:cNvGrpSpPr/>
        <p:nvPr/>
      </p:nvGrpSpPr>
      <p:grpSpPr>
        <a:xfrm>
          <a:off x="0" y="0"/>
          <a:ext cx="0" cy="0"/>
          <a:chOff x="0" y="0"/>
          <a:chExt cx="0" cy="0"/>
        </a:xfrm>
      </p:grpSpPr>
      <p:sp>
        <p:nvSpPr>
          <p:cNvPr id="378" name="Google Shape;378;p5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9" name="Google Shape;379;p5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80" name="Google Shape;380;p5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81" name="Google Shape;381;p50"/>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2" name="Google Shape;382;p50"/>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3" name="Shape 383"/>
        <p:cNvGrpSpPr/>
        <p:nvPr/>
      </p:nvGrpSpPr>
      <p:grpSpPr>
        <a:xfrm>
          <a:off x="0" y="0"/>
          <a:ext cx="0" cy="0"/>
          <a:chOff x="0" y="0"/>
          <a:chExt cx="0" cy="0"/>
        </a:xfrm>
      </p:grpSpPr>
      <p:sp>
        <p:nvSpPr>
          <p:cNvPr id="384" name="Google Shape;384;p5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85" name="Google Shape;385;p5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86" name="Google Shape;386;p5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7" name="Google Shape;387;p51"/>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51"/>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9" name="Google Shape;389;p51"/>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0" name="Google Shape;390;p51"/>
          <p:cNvSpPr txBox="1"/>
          <p:nvPr>
            <p:ph idx="6" type="body"/>
          </p:nvPr>
        </p:nvSpPr>
        <p:spPr>
          <a:xfrm>
            <a:off x="6212275" y="2417500"/>
            <a:ext cx="2455500" cy="23736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91" name="Shape 391"/>
        <p:cNvGrpSpPr/>
        <p:nvPr/>
      </p:nvGrpSpPr>
      <p:grpSpPr>
        <a:xfrm>
          <a:off x="0" y="0"/>
          <a:ext cx="0" cy="0"/>
          <a:chOff x="0" y="0"/>
          <a:chExt cx="0" cy="0"/>
        </a:xfrm>
      </p:grpSpPr>
      <p:sp>
        <p:nvSpPr>
          <p:cNvPr id="392" name="Google Shape;392;p5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93" name="Google Shape;393;p5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94" name="Google Shape;394;p52"/>
          <p:cNvSpPr txBox="1"/>
          <p:nvPr>
            <p:ph idx="3" type="body"/>
          </p:nvPr>
        </p:nvSpPr>
        <p:spPr>
          <a:xfrm>
            <a:off x="366750" y="3648575"/>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95" name="Google Shape;395;p5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96" name="Google Shape;396;p5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7" name="Google Shape;397;p52"/>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52"/>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52"/>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52"/>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01" name="Shape 401"/>
        <p:cNvGrpSpPr/>
        <p:nvPr/>
      </p:nvGrpSpPr>
      <p:grpSpPr>
        <a:xfrm>
          <a:off x="0" y="0"/>
          <a:ext cx="0" cy="0"/>
          <a:chOff x="0" y="0"/>
          <a:chExt cx="0" cy="0"/>
        </a:xfrm>
      </p:grpSpPr>
      <p:sp>
        <p:nvSpPr>
          <p:cNvPr id="402" name="Google Shape;402;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03" name="Google Shape;403;p5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4" name="Shape 404"/>
        <p:cNvGrpSpPr/>
        <p:nvPr/>
      </p:nvGrpSpPr>
      <p:grpSpPr>
        <a:xfrm>
          <a:off x="0" y="0"/>
          <a:ext cx="0" cy="0"/>
          <a:chOff x="0" y="0"/>
          <a:chExt cx="0" cy="0"/>
        </a:xfrm>
      </p:grpSpPr>
      <p:sp>
        <p:nvSpPr>
          <p:cNvPr id="405" name="Google Shape;405;p5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6" name="Google Shape;406;p54"/>
          <p:cNvSpPr/>
          <p:nvPr>
            <p:ph idx="2" type="pic"/>
          </p:nvPr>
        </p:nvSpPr>
        <p:spPr>
          <a:xfrm>
            <a:off x="4804825" y="1133300"/>
            <a:ext cx="4027500" cy="2392800"/>
          </a:xfrm>
          <a:prstGeom prst="rect">
            <a:avLst/>
          </a:prstGeom>
          <a:noFill/>
          <a:ln>
            <a:noFill/>
          </a:ln>
        </p:spPr>
      </p:sp>
      <p:sp>
        <p:nvSpPr>
          <p:cNvPr id="407" name="Google Shape;407;p54"/>
          <p:cNvSpPr/>
          <p:nvPr>
            <p:ph idx="3" type="pic"/>
          </p:nvPr>
        </p:nvSpPr>
        <p:spPr>
          <a:xfrm>
            <a:off x="311725" y="1133300"/>
            <a:ext cx="4027500" cy="2392800"/>
          </a:xfrm>
          <a:prstGeom prst="rect">
            <a:avLst/>
          </a:prstGeom>
          <a:noFill/>
          <a:ln>
            <a:noFill/>
          </a:ln>
        </p:spPr>
      </p:sp>
      <p:sp>
        <p:nvSpPr>
          <p:cNvPr id="408" name="Google Shape;408;p5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9" name="Google Shape;409;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10" name="Google Shape;410;p54"/>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1" name="Google Shape;411;p54"/>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2" name="Shape 412"/>
        <p:cNvGrpSpPr/>
        <p:nvPr/>
      </p:nvGrpSpPr>
      <p:grpSpPr>
        <a:xfrm>
          <a:off x="0" y="0"/>
          <a:ext cx="0" cy="0"/>
          <a:chOff x="0" y="0"/>
          <a:chExt cx="0" cy="0"/>
        </a:xfrm>
      </p:grpSpPr>
      <p:sp>
        <p:nvSpPr>
          <p:cNvPr id="413" name="Google Shape;413;p5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4" name="Google Shape;414;p55"/>
          <p:cNvSpPr/>
          <p:nvPr>
            <p:ph idx="2" type="pic"/>
          </p:nvPr>
        </p:nvSpPr>
        <p:spPr>
          <a:xfrm>
            <a:off x="6205225" y="1128325"/>
            <a:ext cx="2627100" cy="2273100"/>
          </a:xfrm>
          <a:prstGeom prst="rect">
            <a:avLst/>
          </a:prstGeom>
          <a:noFill/>
          <a:ln>
            <a:noFill/>
          </a:ln>
        </p:spPr>
      </p:sp>
      <p:sp>
        <p:nvSpPr>
          <p:cNvPr id="415" name="Google Shape;415;p55"/>
          <p:cNvSpPr/>
          <p:nvPr>
            <p:ph idx="3" type="pic"/>
          </p:nvPr>
        </p:nvSpPr>
        <p:spPr>
          <a:xfrm>
            <a:off x="311725" y="1128325"/>
            <a:ext cx="2627100" cy="2273100"/>
          </a:xfrm>
          <a:prstGeom prst="rect">
            <a:avLst/>
          </a:prstGeom>
          <a:noFill/>
          <a:ln>
            <a:noFill/>
          </a:ln>
        </p:spPr>
      </p:sp>
      <p:sp>
        <p:nvSpPr>
          <p:cNvPr id="416" name="Google Shape;416;p5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7" name="Google Shape;417;p55"/>
          <p:cNvSpPr/>
          <p:nvPr>
            <p:ph idx="5" type="pic"/>
          </p:nvPr>
        </p:nvSpPr>
        <p:spPr>
          <a:xfrm>
            <a:off x="3255250" y="1128325"/>
            <a:ext cx="2627100" cy="2273100"/>
          </a:xfrm>
          <a:prstGeom prst="rect">
            <a:avLst/>
          </a:prstGeom>
          <a:noFill/>
          <a:ln>
            <a:noFill/>
          </a:ln>
        </p:spPr>
      </p:sp>
      <p:sp>
        <p:nvSpPr>
          <p:cNvPr id="418" name="Google Shape;418;p55"/>
          <p:cNvSpPr txBox="1"/>
          <p:nvPr>
            <p:ph idx="6" type="body"/>
          </p:nvPr>
        </p:nvSpPr>
        <p:spPr>
          <a:xfrm>
            <a:off x="325525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9" name="Google Shape;419;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20" name="Google Shape;420;p55"/>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1" name="Google Shape;421;p55"/>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2" name="Google Shape;422;p55"/>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3" name="Shape 423"/>
        <p:cNvGrpSpPr/>
        <p:nvPr/>
      </p:nvGrpSpPr>
      <p:grpSpPr>
        <a:xfrm>
          <a:off x="0" y="0"/>
          <a:ext cx="0" cy="0"/>
          <a:chOff x="0" y="0"/>
          <a:chExt cx="0" cy="0"/>
        </a:xfrm>
      </p:grpSpPr>
      <p:sp>
        <p:nvSpPr>
          <p:cNvPr id="424" name="Google Shape;424;p56"/>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5" name="Shape 425"/>
        <p:cNvGrpSpPr/>
        <p:nvPr/>
      </p:nvGrpSpPr>
      <p:grpSpPr>
        <a:xfrm>
          <a:off x="0" y="0"/>
          <a:ext cx="0" cy="0"/>
          <a:chOff x="0" y="0"/>
          <a:chExt cx="0" cy="0"/>
        </a:xfrm>
      </p:grpSpPr>
      <p:sp>
        <p:nvSpPr>
          <p:cNvPr id="426" name="Google Shape;426;p57"/>
          <p:cNvSpPr/>
          <p:nvPr>
            <p:ph idx="2" type="pic"/>
          </p:nvPr>
        </p:nvSpPr>
        <p:spPr>
          <a:xfrm>
            <a:off x="3389600" y="118913"/>
            <a:ext cx="1643700" cy="1535100"/>
          </a:xfrm>
          <a:prstGeom prst="rect">
            <a:avLst/>
          </a:prstGeom>
          <a:noFill/>
          <a:ln>
            <a:noFill/>
          </a:ln>
        </p:spPr>
      </p:sp>
      <p:sp>
        <p:nvSpPr>
          <p:cNvPr id="427" name="Google Shape;427;p57"/>
          <p:cNvSpPr/>
          <p:nvPr>
            <p:ph idx="3" type="pic"/>
          </p:nvPr>
        </p:nvSpPr>
        <p:spPr>
          <a:xfrm>
            <a:off x="5195935" y="118913"/>
            <a:ext cx="1643700" cy="1535100"/>
          </a:xfrm>
          <a:prstGeom prst="rect">
            <a:avLst/>
          </a:prstGeom>
          <a:noFill/>
          <a:ln>
            <a:noFill/>
          </a:ln>
        </p:spPr>
      </p:sp>
      <p:sp>
        <p:nvSpPr>
          <p:cNvPr id="428" name="Google Shape;428;p57"/>
          <p:cNvSpPr/>
          <p:nvPr>
            <p:ph idx="4" type="pic"/>
          </p:nvPr>
        </p:nvSpPr>
        <p:spPr>
          <a:xfrm>
            <a:off x="7002270" y="118913"/>
            <a:ext cx="1643700" cy="1535100"/>
          </a:xfrm>
          <a:prstGeom prst="rect">
            <a:avLst/>
          </a:prstGeom>
          <a:noFill/>
          <a:ln>
            <a:noFill/>
          </a:ln>
        </p:spPr>
      </p:sp>
      <p:sp>
        <p:nvSpPr>
          <p:cNvPr id="429" name="Google Shape;429;p57"/>
          <p:cNvSpPr/>
          <p:nvPr>
            <p:ph idx="5" type="pic"/>
          </p:nvPr>
        </p:nvSpPr>
        <p:spPr>
          <a:xfrm>
            <a:off x="3389588" y="1804212"/>
            <a:ext cx="1643700" cy="1535100"/>
          </a:xfrm>
          <a:prstGeom prst="rect">
            <a:avLst/>
          </a:prstGeom>
          <a:noFill/>
          <a:ln>
            <a:noFill/>
          </a:ln>
        </p:spPr>
      </p:sp>
      <p:sp>
        <p:nvSpPr>
          <p:cNvPr id="430" name="Google Shape;430;p57"/>
          <p:cNvSpPr/>
          <p:nvPr>
            <p:ph idx="6" type="pic"/>
          </p:nvPr>
        </p:nvSpPr>
        <p:spPr>
          <a:xfrm>
            <a:off x="5195922" y="1804212"/>
            <a:ext cx="1643700" cy="1535100"/>
          </a:xfrm>
          <a:prstGeom prst="rect">
            <a:avLst/>
          </a:prstGeom>
          <a:noFill/>
          <a:ln>
            <a:noFill/>
          </a:ln>
        </p:spPr>
      </p:sp>
      <p:sp>
        <p:nvSpPr>
          <p:cNvPr id="431" name="Google Shape;431;p57"/>
          <p:cNvSpPr/>
          <p:nvPr>
            <p:ph idx="7" type="pic"/>
          </p:nvPr>
        </p:nvSpPr>
        <p:spPr>
          <a:xfrm>
            <a:off x="7002257" y="1804212"/>
            <a:ext cx="1643700" cy="1535100"/>
          </a:xfrm>
          <a:prstGeom prst="rect">
            <a:avLst/>
          </a:prstGeom>
          <a:noFill/>
          <a:ln>
            <a:noFill/>
          </a:ln>
        </p:spPr>
      </p:sp>
      <p:sp>
        <p:nvSpPr>
          <p:cNvPr id="432" name="Google Shape;432;p5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33" name="Google Shape;433;p57"/>
          <p:cNvSpPr/>
          <p:nvPr>
            <p:ph idx="8" type="pic"/>
          </p:nvPr>
        </p:nvSpPr>
        <p:spPr>
          <a:xfrm>
            <a:off x="3389588" y="3489487"/>
            <a:ext cx="1643700" cy="1535100"/>
          </a:xfrm>
          <a:prstGeom prst="rect">
            <a:avLst/>
          </a:prstGeom>
          <a:noFill/>
          <a:ln>
            <a:noFill/>
          </a:ln>
        </p:spPr>
      </p:sp>
      <p:sp>
        <p:nvSpPr>
          <p:cNvPr id="434" name="Google Shape;434;p57"/>
          <p:cNvSpPr/>
          <p:nvPr>
            <p:ph idx="9" type="pic"/>
          </p:nvPr>
        </p:nvSpPr>
        <p:spPr>
          <a:xfrm>
            <a:off x="5195922" y="3489487"/>
            <a:ext cx="1643700" cy="1535100"/>
          </a:xfrm>
          <a:prstGeom prst="rect">
            <a:avLst/>
          </a:prstGeom>
          <a:noFill/>
          <a:ln>
            <a:noFill/>
          </a:ln>
        </p:spPr>
      </p:sp>
      <p:sp>
        <p:nvSpPr>
          <p:cNvPr id="435" name="Google Shape;435;p5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45" Type="http://schemas.openxmlformats.org/officeDocument/2006/relationships/theme" Target="../theme/theme1.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56025" y="2647675"/>
            <a:ext cx="3639600" cy="2239800"/>
          </a:xfrm>
          <a:prstGeom prst="rect">
            <a:avLst/>
          </a:prstGeom>
          <a:noFill/>
          <a:ln>
            <a:noFill/>
          </a:ln>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1pPr>
            <a:lvl2pPr indent="-285750" lvl="1" marL="9144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2pPr>
            <a:lvl3pPr indent="-285750" lvl="2" marL="13716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3pPr>
            <a:lvl4pPr indent="-285750" lvl="3" marL="18288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4pPr>
            <a:lvl5pPr indent="-285750" lvl="4" marL="22860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5pPr>
            <a:lvl6pPr indent="-285750" lvl="5" marL="27432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6pPr>
            <a:lvl7pPr indent="-285750" lvl="6" marL="32004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7pPr>
            <a:lvl8pPr indent="-285750" lvl="7" marL="36576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8pPr>
            <a:lvl9pPr indent="-285750" lvl="8" marL="41148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9pPr>
          </a:lstStyle>
          <a:p/>
        </p:txBody>
      </p:sp>
      <p:sp>
        <p:nvSpPr>
          <p:cNvPr id="52" name="Google Shape;52;p13"/>
          <p:cNvSpPr txBox="1"/>
          <p:nvPr>
            <p:ph type="title"/>
          </p:nvPr>
        </p:nvSpPr>
        <p:spPr>
          <a:xfrm>
            <a:off x="256025" y="499600"/>
            <a:ext cx="5366700" cy="1248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800"/>
              <a:buFont typeface="Source Serif 4"/>
              <a:buNone/>
              <a:defRPr i="1" sz="48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9pPr>
          </a:lstStyle>
          <a:p/>
        </p:txBody>
      </p:sp>
      <p:sp>
        <p:nvSpPr>
          <p:cNvPr id="53" name="Google Shape;53;p13"/>
          <p:cNvSpPr txBox="1"/>
          <p:nvPr>
            <p:ph idx="2" type="body"/>
          </p:nvPr>
        </p:nvSpPr>
        <p:spPr>
          <a:xfrm>
            <a:off x="4564425" y="2634200"/>
            <a:ext cx="3565200" cy="1566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1pPr>
            <a:lvl2pPr indent="-285750" lvl="1" marL="9144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2pPr>
            <a:lvl3pPr indent="-285750" lvl="2" marL="13716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3pPr>
            <a:lvl4pPr indent="-285750" lvl="3" marL="18288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4pPr>
            <a:lvl5pPr indent="-285750" lvl="4" marL="22860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5pPr>
            <a:lvl6pPr indent="-285750" lvl="5" marL="27432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6pPr>
            <a:lvl7pPr indent="-285750" lvl="6" marL="32004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7pPr>
            <a:lvl8pPr indent="-285750" lvl="7" marL="36576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8pPr>
            <a:lvl9pPr indent="-285750" lvl="8" marL="41148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61">
          <p15:clr>
            <a:srgbClr val="E46962"/>
          </p15:clr>
        </p15:guide>
        <p15:guide id="2" pos="5599">
          <p15:clr>
            <a:srgbClr val="E46962"/>
          </p15:clr>
        </p15:guide>
        <p15:guide id="3" orient="horz" pos="161">
          <p15:clr>
            <a:srgbClr val="E46962"/>
          </p15:clr>
        </p15:guide>
        <p15:guide id="4" orient="horz" pos="3079">
          <p15:clr>
            <a:srgbClr val="E46962"/>
          </p15:clr>
        </p15:guide>
        <p15:guide id="5" pos="1463">
          <p15:clr>
            <a:srgbClr val="E46962"/>
          </p15:clr>
        </p15:guide>
        <p15:guide id="6" pos="1532">
          <p15:clr>
            <a:srgbClr val="E46962"/>
          </p15:clr>
        </p15:guide>
        <p15:guide id="7" pos="2845">
          <p15:clr>
            <a:srgbClr val="E46962"/>
          </p15:clr>
        </p15:guide>
        <p15:guide id="8" pos="2916">
          <p15:clr>
            <a:srgbClr val="E46962"/>
          </p15:clr>
        </p15:guide>
        <p15:guide id="9" pos="4228">
          <p15:clr>
            <a:srgbClr val="E46962"/>
          </p15:clr>
        </p15:guide>
        <p15:guide id="10" pos="429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9.xml"/><Relationship Id="rId3" Type="http://schemas.openxmlformats.org/officeDocument/2006/relationships/hyperlink" Target="http://drive.google.com/file/d/1b_s5mQ8QUuebEpfcyMxPZic86_XJf_ca/view" TargetMode="Externa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58" title="Screenshot 2026-04-14 174002.png"/>
          <p:cNvPicPr preferRelativeResize="0"/>
          <p:nvPr/>
        </p:nvPicPr>
        <p:blipFill rotWithShape="1">
          <a:blip r:embed="rId3">
            <a:alphaModFix amt="70000"/>
          </a:blip>
          <a:srcRect b="-16710" l="30890" r="17815" t="-19586"/>
          <a:stretch/>
        </p:blipFill>
        <p:spPr>
          <a:xfrm rot="-5400000">
            <a:off x="4693500" y="695025"/>
            <a:ext cx="3054300" cy="5846700"/>
          </a:xfrm>
          <a:prstGeom prst="round2SameRect">
            <a:avLst>
              <a:gd fmla="val 50000" name="adj1"/>
              <a:gd fmla="val 0" name="adj2"/>
            </a:avLst>
          </a:prstGeom>
          <a:noFill/>
          <a:ln>
            <a:noFill/>
          </a:ln>
        </p:spPr>
      </p:pic>
      <p:sp>
        <p:nvSpPr>
          <p:cNvPr id="441" name="Google Shape;441;p58"/>
          <p:cNvSpPr txBox="1"/>
          <p:nvPr>
            <p:ph type="title"/>
          </p:nvPr>
        </p:nvSpPr>
        <p:spPr>
          <a:xfrm>
            <a:off x="256050" y="3313175"/>
            <a:ext cx="2352600" cy="153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i="0" lang="en" sz="1000"/>
              <a:t>02-604 Term Project</a:t>
            </a:r>
            <a:endParaRPr i="0" sz="1000"/>
          </a:p>
        </p:txBody>
      </p:sp>
      <p:sp>
        <p:nvSpPr>
          <p:cNvPr id="442" name="Google Shape;442;p58"/>
          <p:cNvSpPr txBox="1"/>
          <p:nvPr>
            <p:ph idx="4" type="title"/>
          </p:nvPr>
        </p:nvSpPr>
        <p:spPr>
          <a:xfrm>
            <a:off x="256050" y="256025"/>
            <a:ext cx="86319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0" lang="en"/>
              <a:t>mini-BLAST</a:t>
            </a:r>
            <a:endParaRPr i="0"/>
          </a:p>
          <a:p>
            <a:pPr indent="0" lvl="0" marL="0" rtl="0" algn="l">
              <a:spcBef>
                <a:spcPts val="1000"/>
              </a:spcBef>
              <a:spcAft>
                <a:spcPts val="0"/>
              </a:spcAft>
              <a:buNone/>
            </a:pPr>
            <a:r>
              <a:rPr lang="en" sz="3900">
                <a:latin typeface="Source Serif 4"/>
                <a:ea typeface="Source Serif 4"/>
                <a:cs typeface="Source Serif 4"/>
                <a:sym typeface="Source Serif 4"/>
              </a:rPr>
              <a:t>A BLAST-like Tool for Multiple</a:t>
            </a:r>
            <a:endParaRPr sz="3900">
              <a:latin typeface="Source Serif 4"/>
              <a:ea typeface="Source Serif 4"/>
              <a:cs typeface="Source Serif 4"/>
              <a:sym typeface="Source Serif 4"/>
            </a:endParaRPr>
          </a:p>
          <a:p>
            <a:pPr indent="0" lvl="0" marL="0" rtl="0" algn="l">
              <a:spcBef>
                <a:spcPts val="0"/>
              </a:spcBef>
              <a:spcAft>
                <a:spcPts val="0"/>
              </a:spcAft>
              <a:buNone/>
            </a:pPr>
            <a:r>
              <a:rPr lang="en" sz="3900">
                <a:latin typeface="Source Serif 4"/>
                <a:ea typeface="Source Serif 4"/>
                <a:cs typeface="Source Serif 4"/>
                <a:sym typeface="Source Serif 4"/>
              </a:rPr>
              <a:t>Local Alignment</a:t>
            </a:r>
            <a:endParaRPr sz="3900">
              <a:latin typeface="Source Serif 4"/>
              <a:ea typeface="Source Serif 4"/>
              <a:cs typeface="Source Serif 4"/>
              <a:sym typeface="Source Serif 4"/>
            </a:endParaRPr>
          </a:p>
        </p:txBody>
      </p:sp>
      <p:sp>
        <p:nvSpPr>
          <p:cNvPr id="443" name="Google Shape;443;p58"/>
          <p:cNvSpPr txBox="1"/>
          <p:nvPr>
            <p:ph idx="3" type="title"/>
          </p:nvPr>
        </p:nvSpPr>
        <p:spPr>
          <a:xfrm>
            <a:off x="256050" y="3800525"/>
            <a:ext cx="2352600" cy="68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i="0" lang="en" sz="1000"/>
              <a:t>Makayla McCreary</a:t>
            </a:r>
            <a:endParaRPr i="0" sz="1000"/>
          </a:p>
          <a:p>
            <a:pPr indent="0" lvl="0" marL="0" rtl="0" algn="l">
              <a:spcBef>
                <a:spcPts val="0"/>
              </a:spcBef>
              <a:spcAft>
                <a:spcPts val="0"/>
              </a:spcAft>
              <a:buNone/>
            </a:pPr>
            <a:r>
              <a:rPr i="0" lang="en" sz="1000"/>
              <a:t>Vedika Sridhar</a:t>
            </a:r>
            <a:endParaRPr i="0" sz="1000"/>
          </a:p>
          <a:p>
            <a:pPr indent="0" lvl="0" marL="0" rtl="0" algn="l">
              <a:spcBef>
                <a:spcPts val="0"/>
              </a:spcBef>
              <a:spcAft>
                <a:spcPts val="0"/>
              </a:spcAft>
              <a:buNone/>
            </a:pPr>
            <a:r>
              <a:rPr i="0" lang="en" sz="1000"/>
              <a:t>Neha Thakar</a:t>
            </a:r>
            <a:endParaRPr i="0" sz="1000"/>
          </a:p>
          <a:p>
            <a:pPr indent="0" lvl="0" marL="0" rtl="0" algn="l">
              <a:spcBef>
                <a:spcPts val="0"/>
              </a:spcBef>
              <a:spcAft>
                <a:spcPts val="0"/>
              </a:spcAft>
              <a:buNone/>
            </a:pPr>
            <a:r>
              <a:rPr i="0" lang="en" sz="1000"/>
              <a:t>Sriya Veeramachaneni</a:t>
            </a:r>
            <a:endParaRPr i="0" sz="1000"/>
          </a:p>
        </p:txBody>
      </p:sp>
      <p:sp>
        <p:nvSpPr>
          <p:cNvPr id="444" name="Google Shape;444;p58"/>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sz="1000">
                <a:solidFill>
                  <a:schemeClr val="lt2"/>
                </a:solidFill>
              </a:rPr>
              <a:t>APR 2026</a:t>
            </a:r>
            <a:endParaRPr sz="1000">
              <a:solidFill>
                <a:schemeClr val="lt2"/>
              </a:solidFill>
            </a:endParaRPr>
          </a:p>
        </p:txBody>
      </p:sp>
      <p:cxnSp>
        <p:nvCxnSpPr>
          <p:cNvPr id="445" name="Google Shape;445;p58"/>
          <p:cNvCxnSpPr/>
          <p:nvPr/>
        </p:nvCxnSpPr>
        <p:spPr>
          <a:xfrm>
            <a:off x="3297300" y="3618375"/>
            <a:ext cx="5846700" cy="0"/>
          </a:xfrm>
          <a:prstGeom prst="straightConnector1">
            <a:avLst/>
          </a:prstGeom>
          <a:noFill/>
          <a:ln cap="flat" cmpd="sng" w="9525">
            <a:solidFill>
              <a:schemeClr val="dk1"/>
            </a:solidFill>
            <a:prstDash val="solid"/>
            <a:round/>
            <a:headEnd len="med" w="med" type="none"/>
            <a:tailEnd len="med" w="med" type="none"/>
          </a:ln>
        </p:spPr>
      </p:cxnSp>
      <p:sp>
        <p:nvSpPr>
          <p:cNvPr id="446" name="Google Shape;446;p58"/>
          <p:cNvSpPr/>
          <p:nvPr/>
        </p:nvSpPr>
        <p:spPr>
          <a:xfrm>
            <a:off x="6093575" y="2093150"/>
            <a:ext cx="3050400" cy="3050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ontserrat"/>
              <a:ea typeface="Montserrat"/>
              <a:cs typeface="Montserrat"/>
              <a:sym typeface="Montserrat"/>
            </a:endParaRPr>
          </a:p>
        </p:txBody>
      </p:sp>
      <p:sp>
        <p:nvSpPr>
          <p:cNvPr id="447" name="Google Shape;447;p58"/>
          <p:cNvSpPr/>
          <p:nvPr/>
        </p:nvSpPr>
        <p:spPr>
          <a:xfrm flipH="1">
            <a:off x="8338700" y="2810925"/>
            <a:ext cx="1614900" cy="1614900"/>
          </a:xfrm>
          <a:prstGeom prst="arc">
            <a:avLst>
              <a:gd fmla="val 16200000" name="adj1"/>
              <a:gd fmla="val 54138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9"/>
          <p:cNvSpPr/>
          <p:nvPr/>
        </p:nvSpPr>
        <p:spPr>
          <a:xfrm>
            <a:off x="0" y="1229825"/>
            <a:ext cx="2752800" cy="3912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ontserrat"/>
              <a:ea typeface="Montserrat"/>
              <a:cs typeface="Montserrat"/>
              <a:sym typeface="Montserrat"/>
            </a:endParaRPr>
          </a:p>
        </p:txBody>
      </p:sp>
      <p:sp>
        <p:nvSpPr>
          <p:cNvPr id="453" name="Google Shape;453;p59"/>
          <p:cNvSpPr txBox="1"/>
          <p:nvPr>
            <p:ph idx="4294967295" type="title"/>
          </p:nvPr>
        </p:nvSpPr>
        <p:spPr>
          <a:xfrm>
            <a:off x="171200" y="256025"/>
            <a:ext cx="8184600" cy="75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400"/>
              <a:t>Background</a:t>
            </a:r>
            <a:endParaRPr sz="3400"/>
          </a:p>
        </p:txBody>
      </p:sp>
      <p:cxnSp>
        <p:nvCxnSpPr>
          <p:cNvPr id="454" name="Google Shape;454;p59"/>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55" name="Google Shape;455;p59"/>
          <p:cNvSpPr txBox="1"/>
          <p:nvPr>
            <p:ph idx="3" type="subTitle"/>
          </p:nvPr>
        </p:nvSpPr>
        <p:spPr>
          <a:xfrm>
            <a:off x="369374" y="1605100"/>
            <a:ext cx="2229900" cy="54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Why align sequences?</a:t>
            </a:r>
            <a:endParaRPr/>
          </a:p>
        </p:txBody>
      </p:sp>
      <p:sp>
        <p:nvSpPr>
          <p:cNvPr id="456" name="Google Shape;456;p59"/>
          <p:cNvSpPr txBox="1"/>
          <p:nvPr>
            <p:ph idx="1" type="body"/>
          </p:nvPr>
        </p:nvSpPr>
        <p:spPr>
          <a:xfrm>
            <a:off x="171188" y="2402100"/>
            <a:ext cx="2549100" cy="2617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Infer conserved functionality, structural similarity, shared </a:t>
            </a:r>
            <a:r>
              <a:rPr lang="en" sz="1400"/>
              <a:t>ancestry</a:t>
            </a:r>
            <a:endParaRPr sz="1400"/>
          </a:p>
          <a:p>
            <a:pPr indent="-317500" lvl="0" marL="457200" rtl="0" algn="l">
              <a:spcBef>
                <a:spcPts val="1000"/>
              </a:spcBef>
              <a:spcAft>
                <a:spcPts val="0"/>
              </a:spcAft>
              <a:buSzPts val="1400"/>
              <a:buChar char="●"/>
            </a:pPr>
            <a:r>
              <a:rPr lang="en" sz="1400"/>
              <a:t>Identify unknown samples</a:t>
            </a:r>
            <a:endParaRPr sz="1400"/>
          </a:p>
          <a:p>
            <a:pPr indent="-317500" lvl="0" marL="457200" rtl="0" algn="l">
              <a:spcBef>
                <a:spcPts val="1000"/>
              </a:spcBef>
              <a:spcAft>
                <a:spcPts val="1000"/>
              </a:spcAft>
              <a:buSzPts val="1400"/>
              <a:buChar char="●"/>
            </a:pPr>
            <a:r>
              <a:rPr lang="en" sz="1400"/>
              <a:t>Detect mutations</a:t>
            </a:r>
            <a:endParaRPr sz="1400"/>
          </a:p>
        </p:txBody>
      </p:sp>
      <p:sp>
        <p:nvSpPr>
          <p:cNvPr id="457" name="Google Shape;457;p59"/>
          <p:cNvSpPr txBox="1"/>
          <p:nvPr>
            <p:ph idx="2" type="body"/>
          </p:nvPr>
        </p:nvSpPr>
        <p:spPr>
          <a:xfrm>
            <a:off x="6018013" y="1621325"/>
            <a:ext cx="3069000" cy="3149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Exact alignment algorithms are slow and expensive at scale</a:t>
            </a:r>
            <a:endParaRPr sz="1400"/>
          </a:p>
          <a:p>
            <a:pPr indent="-317500" lvl="0" marL="457200" rtl="0" algn="l">
              <a:spcBef>
                <a:spcPts val="1000"/>
              </a:spcBef>
              <a:spcAft>
                <a:spcPts val="0"/>
              </a:spcAft>
              <a:buSzPts val="1400"/>
              <a:buChar char="●"/>
            </a:pPr>
            <a:r>
              <a:rPr lang="en" sz="1400"/>
              <a:t>Observation: sparse distribution of high-scoring character matches in DP alignment matrix</a:t>
            </a:r>
            <a:endParaRPr sz="1400"/>
          </a:p>
          <a:p>
            <a:pPr indent="-317500" lvl="0" marL="457200" rtl="0" algn="l">
              <a:spcBef>
                <a:spcPts val="1000"/>
              </a:spcBef>
              <a:spcAft>
                <a:spcPts val="1000"/>
              </a:spcAft>
              <a:buSzPts val="1400"/>
              <a:buChar char="●"/>
            </a:pPr>
            <a:r>
              <a:rPr lang="en" sz="1400"/>
              <a:t>Seed-and-extend: identify these high-potential alignment locations → accelerate local alignment time</a:t>
            </a:r>
            <a:endParaRPr sz="1400"/>
          </a:p>
        </p:txBody>
      </p:sp>
      <p:sp>
        <p:nvSpPr>
          <p:cNvPr id="458" name="Google Shape;458;p59"/>
          <p:cNvSpPr txBox="1"/>
          <p:nvPr>
            <p:ph idx="4" type="subTitle"/>
          </p:nvPr>
        </p:nvSpPr>
        <p:spPr>
          <a:xfrm>
            <a:off x="2954288" y="1621325"/>
            <a:ext cx="2895000" cy="54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BLAST Heuristic</a:t>
            </a:r>
            <a:endParaRPr/>
          </a:p>
        </p:txBody>
      </p:sp>
      <p:pic>
        <p:nvPicPr>
          <p:cNvPr id="459" name="Google Shape;459;p59" title="Screenshot 2026-04-17 at 5.22.32 PM.png"/>
          <p:cNvPicPr preferRelativeResize="0"/>
          <p:nvPr/>
        </p:nvPicPr>
        <p:blipFill>
          <a:blip r:embed="rId3">
            <a:alphaModFix/>
          </a:blip>
          <a:stretch>
            <a:fillRect/>
          </a:stretch>
        </p:blipFill>
        <p:spPr>
          <a:xfrm>
            <a:off x="2954288" y="2109225"/>
            <a:ext cx="3016025" cy="2348850"/>
          </a:xfrm>
          <a:prstGeom prst="rect">
            <a:avLst/>
          </a:prstGeom>
          <a:noFill/>
          <a:ln cap="flat" cmpd="sng" w="9525">
            <a:solidFill>
              <a:schemeClr val="dk2"/>
            </a:solidFill>
            <a:prstDash val="solid"/>
            <a:round/>
            <a:headEnd len="sm" w="sm" type="none"/>
            <a:tailEnd len="sm" w="sm" type="none"/>
          </a:ln>
        </p:spPr>
      </p:pic>
      <p:sp>
        <p:nvSpPr>
          <p:cNvPr id="460" name="Google Shape;460;p59"/>
          <p:cNvSpPr txBox="1"/>
          <p:nvPr/>
        </p:nvSpPr>
        <p:spPr>
          <a:xfrm>
            <a:off x="2927800" y="4458075"/>
            <a:ext cx="3069000" cy="54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
              <a:solidFill>
                <a:schemeClr val="lt2"/>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60" title="Screenshot 2026-04-19 at 4.14.33 PM.png"/>
          <p:cNvPicPr preferRelativeResize="0"/>
          <p:nvPr/>
        </p:nvPicPr>
        <p:blipFill>
          <a:blip r:embed="rId3">
            <a:alphaModFix/>
          </a:blip>
          <a:stretch>
            <a:fillRect/>
          </a:stretch>
        </p:blipFill>
        <p:spPr>
          <a:xfrm>
            <a:off x="429175" y="2263735"/>
            <a:ext cx="8285576" cy="2130250"/>
          </a:xfrm>
          <a:prstGeom prst="rect">
            <a:avLst/>
          </a:prstGeom>
          <a:noFill/>
          <a:ln>
            <a:noFill/>
          </a:ln>
        </p:spPr>
      </p:pic>
      <p:sp>
        <p:nvSpPr>
          <p:cNvPr id="466" name="Google Shape;466;p60"/>
          <p:cNvSpPr txBox="1"/>
          <p:nvPr>
            <p:ph type="title"/>
          </p:nvPr>
        </p:nvSpPr>
        <p:spPr>
          <a:xfrm>
            <a:off x="256025" y="369350"/>
            <a:ext cx="5583600" cy="44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200"/>
              <a:t>mini-BLAST Pipeline</a:t>
            </a:r>
            <a:endParaRPr sz="3200"/>
          </a:p>
        </p:txBody>
      </p:sp>
      <p:sp>
        <p:nvSpPr>
          <p:cNvPr id="467" name="Google Shape;467;p60"/>
          <p:cNvSpPr txBox="1"/>
          <p:nvPr>
            <p:ph idx="4" type="subTitle"/>
          </p:nvPr>
        </p:nvSpPr>
        <p:spPr>
          <a:xfrm>
            <a:off x="155525" y="1396750"/>
            <a:ext cx="8832900" cy="55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solidFill>
                  <a:schemeClr val="dk1"/>
                </a:solidFill>
              </a:rPr>
              <a:t>I</a:t>
            </a:r>
            <a:r>
              <a:rPr lang="en" sz="1300">
                <a:solidFill>
                  <a:schemeClr val="dk1"/>
                </a:solidFill>
              </a:rPr>
              <a:t>nputs:</a:t>
            </a:r>
            <a:r>
              <a:rPr b="1" lang="en" sz="1200"/>
              <a:t> </a:t>
            </a:r>
            <a:r>
              <a:rPr lang="en" sz="1200"/>
              <a:t>a query sequence (FASTA file or string), reference database (FASTA file), and a two-hit diagonal window (A)</a:t>
            </a:r>
            <a:endParaRPr sz="1200">
              <a:solidFill>
                <a:schemeClr val="lt2"/>
              </a:solidFill>
            </a:endParaRPr>
          </a:p>
        </p:txBody>
      </p:sp>
      <p:sp>
        <p:nvSpPr>
          <p:cNvPr id="468" name="Google Shape;468;p60"/>
          <p:cNvSpPr txBox="1"/>
          <p:nvPr/>
        </p:nvSpPr>
        <p:spPr>
          <a:xfrm>
            <a:off x="256025" y="1648576"/>
            <a:ext cx="87324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2"/>
                </a:solidFill>
                <a:latin typeface="Montserrat"/>
                <a:ea typeface="Montserrat"/>
                <a:cs typeface="Montserrat"/>
                <a:sym typeface="Montserrat"/>
              </a:rPr>
              <a:t>↳ </a:t>
            </a:r>
            <a:r>
              <a:rPr i="1" lang="en" sz="1100">
                <a:solidFill>
                  <a:schemeClr val="lt2"/>
                </a:solidFill>
                <a:latin typeface="Montserrat"/>
                <a:ea typeface="Montserrat"/>
                <a:cs typeface="Montserrat"/>
                <a:sym typeface="Montserrat"/>
              </a:rPr>
              <a:t>Supports both DNA or protein sequence input. Additional parameters corresponding to sequence type are inherent to the program.</a:t>
            </a:r>
            <a:endParaRPr i="1" sz="1100">
              <a:solidFill>
                <a:schemeClr val="lt2"/>
              </a:solidFill>
              <a:latin typeface="Montserrat"/>
              <a:ea typeface="Montserrat"/>
              <a:cs typeface="Montserrat"/>
              <a:sym typeface="Montserrat"/>
            </a:endParaRPr>
          </a:p>
        </p:txBody>
      </p:sp>
      <p:sp>
        <p:nvSpPr>
          <p:cNvPr id="469" name="Google Shape;469;p60"/>
          <p:cNvSpPr txBox="1"/>
          <p:nvPr/>
        </p:nvSpPr>
        <p:spPr>
          <a:xfrm>
            <a:off x="5539675" y="3807911"/>
            <a:ext cx="33483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000">
                <a:solidFill>
                  <a:schemeClr val="lt2"/>
                </a:solidFill>
                <a:latin typeface="Montserrat"/>
                <a:ea typeface="Montserrat"/>
                <a:cs typeface="Montserrat"/>
                <a:sym typeface="Montserrat"/>
              </a:rPr>
              <a:t>Figure 1: pipeline overview highlighting several thresholding mechanisms and checkpoints</a:t>
            </a:r>
            <a:endParaRPr i="1" sz="1000">
              <a:solidFill>
                <a:schemeClr val="lt2"/>
              </a:solidFill>
              <a:latin typeface="Montserrat"/>
              <a:ea typeface="Montserrat"/>
              <a:cs typeface="Montserrat"/>
              <a:sym typeface="Montserrat"/>
            </a:endParaRPr>
          </a:p>
        </p:txBody>
      </p:sp>
      <p:sp>
        <p:nvSpPr>
          <p:cNvPr id="470" name="Google Shape;470;p60"/>
          <p:cNvSpPr txBox="1"/>
          <p:nvPr>
            <p:ph idx="4" type="subTitle"/>
          </p:nvPr>
        </p:nvSpPr>
        <p:spPr>
          <a:xfrm>
            <a:off x="155600" y="4523650"/>
            <a:ext cx="8832900" cy="55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solidFill>
                  <a:schemeClr val="dk1"/>
                </a:solidFill>
              </a:rPr>
              <a:t>Outputs</a:t>
            </a:r>
            <a:r>
              <a:rPr lang="en" sz="1300">
                <a:solidFill>
                  <a:schemeClr val="dk1"/>
                </a:solidFill>
              </a:rPr>
              <a:t>:</a:t>
            </a:r>
            <a:r>
              <a:rPr b="1" lang="en" sz="1200"/>
              <a:t> </a:t>
            </a:r>
            <a:r>
              <a:rPr lang="en" sz="1200"/>
              <a:t>the maximal scoring alignments of </a:t>
            </a:r>
            <a:r>
              <a:rPr lang="en" sz="1200"/>
              <a:t>query sequence against reference sequences given input parameters, with </a:t>
            </a:r>
            <a:r>
              <a:rPr lang="en" sz="1200"/>
              <a:t>alignment</a:t>
            </a:r>
            <a:r>
              <a:rPr lang="en" sz="1200"/>
              <a:t> evaluation statistics (query coverage, percent identity, raw score, bit score, E-value)</a:t>
            </a:r>
            <a:endParaRPr sz="1200">
              <a:solidFill>
                <a:schemeClr val="l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1"/>
          <p:cNvSpPr/>
          <p:nvPr/>
        </p:nvSpPr>
        <p:spPr>
          <a:xfrm>
            <a:off x="4860375" y="877700"/>
            <a:ext cx="3746725" cy="556825"/>
          </a:xfrm>
          <a:custGeom>
            <a:rect b="b" l="l" r="r" t="t"/>
            <a:pathLst>
              <a:path extrusionOk="0" h="22273" w="149869">
                <a:moveTo>
                  <a:pt x="63421" y="377"/>
                </a:moveTo>
                <a:lnTo>
                  <a:pt x="53228" y="0"/>
                </a:lnTo>
                <a:lnTo>
                  <a:pt x="0" y="22273"/>
                </a:lnTo>
                <a:lnTo>
                  <a:pt x="149869" y="22273"/>
                </a:lnTo>
                <a:close/>
              </a:path>
            </a:pathLst>
          </a:custGeom>
          <a:solidFill>
            <a:schemeClr val="accent2"/>
          </a:solidFill>
          <a:ln cap="flat" cmpd="sng" w="9525">
            <a:solidFill>
              <a:schemeClr val="dk2"/>
            </a:solidFill>
            <a:prstDash val="solid"/>
            <a:round/>
            <a:headEnd len="med" w="med" type="none"/>
            <a:tailEnd len="med" w="med" type="none"/>
          </a:ln>
        </p:spPr>
      </p:sp>
      <p:cxnSp>
        <p:nvCxnSpPr>
          <p:cNvPr id="476" name="Google Shape;476;p61"/>
          <p:cNvCxnSpPr/>
          <p:nvPr/>
        </p:nvCxnSpPr>
        <p:spPr>
          <a:xfrm>
            <a:off x="0" y="1218975"/>
            <a:ext cx="4572000" cy="0"/>
          </a:xfrm>
          <a:prstGeom prst="straightConnector1">
            <a:avLst/>
          </a:prstGeom>
          <a:noFill/>
          <a:ln cap="flat" cmpd="sng" w="9525">
            <a:solidFill>
              <a:schemeClr val="dk1"/>
            </a:solidFill>
            <a:prstDash val="solid"/>
            <a:round/>
            <a:headEnd len="med" w="med" type="none"/>
            <a:tailEnd len="med" w="med" type="none"/>
          </a:ln>
        </p:spPr>
      </p:cxnSp>
      <p:sp>
        <p:nvSpPr>
          <p:cNvPr id="477" name="Google Shape;477;p61"/>
          <p:cNvSpPr txBox="1"/>
          <p:nvPr>
            <p:ph type="title"/>
          </p:nvPr>
        </p:nvSpPr>
        <p:spPr>
          <a:xfrm>
            <a:off x="100" y="0"/>
            <a:ext cx="4572000" cy="12189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Step 1: Seed generation</a:t>
            </a:r>
            <a:endParaRPr/>
          </a:p>
        </p:txBody>
      </p:sp>
      <p:sp>
        <p:nvSpPr>
          <p:cNvPr id="478" name="Google Shape;478;p61"/>
          <p:cNvSpPr txBox="1"/>
          <p:nvPr>
            <p:ph idx="1" type="body"/>
          </p:nvPr>
        </p:nvSpPr>
        <p:spPr>
          <a:xfrm>
            <a:off x="230150" y="1609875"/>
            <a:ext cx="4261200" cy="1454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1400" u="sng"/>
              <a:t>Goal:</a:t>
            </a:r>
            <a:r>
              <a:rPr lang="en" sz="1400"/>
              <a:t> </a:t>
            </a:r>
            <a:r>
              <a:rPr lang="en" sz="1400"/>
              <a:t>identify locations in a reference sequence with a </a:t>
            </a:r>
            <a:r>
              <a:rPr b="1" lang="en" sz="1400"/>
              <a:t>reasonable</a:t>
            </a:r>
            <a:r>
              <a:rPr lang="en" sz="1400"/>
              <a:t> </a:t>
            </a:r>
            <a:r>
              <a:rPr b="1" lang="en" sz="1400"/>
              <a:t>chance of producing a good alignment</a:t>
            </a:r>
            <a:r>
              <a:rPr lang="en" sz="1400"/>
              <a:t> to a query sequence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Seeds are based on </a:t>
            </a:r>
            <a:r>
              <a:rPr b="1" lang="en" sz="1400"/>
              <a:t>ungapped alignments</a:t>
            </a:r>
            <a:r>
              <a:rPr lang="en" sz="1400"/>
              <a:t> between query kmers and reference kmers</a:t>
            </a:r>
            <a:endParaRPr sz="1400"/>
          </a:p>
        </p:txBody>
      </p:sp>
      <p:sp>
        <p:nvSpPr>
          <p:cNvPr id="479" name="Google Shape;479;p61"/>
          <p:cNvSpPr txBox="1"/>
          <p:nvPr/>
        </p:nvSpPr>
        <p:spPr>
          <a:xfrm>
            <a:off x="171125" y="3247425"/>
            <a:ext cx="2240100" cy="15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lt2"/>
                </a:solidFill>
                <a:latin typeface="Montserrat"/>
                <a:ea typeface="Montserrat"/>
                <a:cs typeface="Montserrat"/>
                <a:sym typeface="Montserrat"/>
              </a:rPr>
              <a:t>Nucleotides:</a:t>
            </a:r>
            <a:endParaRPr u="sng">
              <a:solidFill>
                <a:schemeClr val="lt2"/>
              </a:solidFill>
              <a:latin typeface="Montserrat"/>
              <a:ea typeface="Montserrat"/>
              <a:cs typeface="Montserrat"/>
              <a:sym typeface="Montserrat"/>
            </a:endParaRPr>
          </a:p>
          <a:p>
            <a:pPr indent="0" lvl="0" marL="228600" rtl="0" algn="l">
              <a:spcBef>
                <a:spcPts val="0"/>
              </a:spcBef>
              <a:spcAft>
                <a:spcPts val="0"/>
              </a:spcAft>
              <a:buNone/>
            </a:pPr>
            <a:r>
              <a:t/>
            </a:r>
            <a:endParaRPr>
              <a:solidFill>
                <a:schemeClr val="lt2"/>
              </a:solidFill>
              <a:latin typeface="Montserrat"/>
              <a:ea typeface="Montserrat"/>
              <a:cs typeface="Montserrat"/>
              <a:sym typeface="Montserrat"/>
            </a:endParaRPr>
          </a:p>
          <a:p>
            <a:pPr indent="0" lvl="0" marL="57150" rtl="0" algn="l">
              <a:spcBef>
                <a:spcPts val="0"/>
              </a:spcBef>
              <a:spcAft>
                <a:spcPts val="0"/>
              </a:spcAft>
              <a:buNone/>
            </a:pPr>
            <a:r>
              <a:rPr b="1" lang="en">
                <a:solidFill>
                  <a:schemeClr val="lt2"/>
                </a:solidFill>
                <a:latin typeface="Montserrat"/>
                <a:ea typeface="Montserrat"/>
                <a:cs typeface="Montserrat"/>
                <a:sym typeface="Montserrat"/>
              </a:rPr>
              <a:t>k</a:t>
            </a:r>
            <a:r>
              <a:rPr b="1" lang="en">
                <a:solidFill>
                  <a:schemeClr val="lt2"/>
                </a:solidFill>
                <a:latin typeface="Montserrat"/>
                <a:ea typeface="Montserrat"/>
                <a:cs typeface="Montserrat"/>
                <a:sym typeface="Montserrat"/>
              </a:rPr>
              <a:t> : 7</a:t>
            </a:r>
            <a:endParaRPr b="1">
              <a:solidFill>
                <a:schemeClr val="lt2"/>
              </a:solidFill>
              <a:latin typeface="Montserrat"/>
              <a:ea typeface="Montserrat"/>
              <a:cs typeface="Montserrat"/>
              <a:sym typeface="Montserrat"/>
            </a:endParaRPr>
          </a:p>
          <a:p>
            <a:pPr indent="0" lvl="0" marL="57150" rtl="0" algn="l">
              <a:spcBef>
                <a:spcPts val="0"/>
              </a:spcBef>
              <a:spcAft>
                <a:spcPts val="0"/>
              </a:spcAft>
              <a:buNone/>
            </a:pPr>
            <a:r>
              <a:rPr b="1" lang="en">
                <a:solidFill>
                  <a:schemeClr val="lt2"/>
                </a:solidFill>
                <a:latin typeface="Montserrat"/>
                <a:ea typeface="Montserrat"/>
                <a:cs typeface="Montserrat"/>
                <a:sym typeface="Montserrat"/>
              </a:rPr>
              <a:t>threshHSSP: 9</a:t>
            </a:r>
            <a:endParaRPr b="1">
              <a:solidFill>
                <a:schemeClr val="lt2"/>
              </a:solidFill>
              <a:latin typeface="Montserrat"/>
              <a:ea typeface="Montserrat"/>
              <a:cs typeface="Montserrat"/>
              <a:sym typeface="Montserrat"/>
            </a:endParaRPr>
          </a:p>
          <a:p>
            <a:pPr indent="0" lvl="0" marL="114300" rtl="0" algn="l">
              <a:spcBef>
                <a:spcPts val="0"/>
              </a:spcBef>
              <a:spcAft>
                <a:spcPts val="0"/>
              </a:spcAft>
              <a:buNone/>
            </a:pPr>
            <a:r>
              <a:rPr lang="en">
                <a:solidFill>
                  <a:schemeClr val="lt2"/>
                </a:solidFill>
                <a:latin typeface="Montserrat"/>
                <a:ea typeface="Montserrat"/>
                <a:cs typeface="Montserrat"/>
                <a:sym typeface="Montserrat"/>
              </a:rPr>
              <a:t>Mismatch tolerance: 1</a:t>
            </a:r>
            <a:endParaRPr>
              <a:solidFill>
                <a:schemeClr val="lt2"/>
              </a:solidFill>
              <a:latin typeface="Montserrat"/>
              <a:ea typeface="Montserrat"/>
              <a:cs typeface="Montserrat"/>
              <a:sym typeface="Montserrat"/>
            </a:endParaRPr>
          </a:p>
          <a:p>
            <a:pPr indent="0" lvl="0" marL="114300" rtl="0" algn="l">
              <a:spcBef>
                <a:spcPts val="0"/>
              </a:spcBef>
              <a:spcAft>
                <a:spcPts val="0"/>
              </a:spcAft>
              <a:buNone/>
            </a:pPr>
            <a:r>
              <a:rPr lang="en">
                <a:solidFill>
                  <a:schemeClr val="lt2"/>
                </a:solidFill>
                <a:latin typeface="Montserrat"/>
                <a:ea typeface="Montserrat"/>
                <a:cs typeface="Montserrat"/>
                <a:sym typeface="Montserrat"/>
              </a:rPr>
              <a:t>Match reward: 2</a:t>
            </a:r>
            <a:endParaRPr>
              <a:solidFill>
                <a:schemeClr val="lt2"/>
              </a:solidFill>
              <a:latin typeface="Montserrat"/>
              <a:ea typeface="Montserrat"/>
              <a:cs typeface="Montserrat"/>
              <a:sym typeface="Montserrat"/>
            </a:endParaRPr>
          </a:p>
          <a:p>
            <a:pPr indent="0" lvl="0" marL="114300" rtl="0" algn="l">
              <a:spcBef>
                <a:spcPts val="0"/>
              </a:spcBef>
              <a:spcAft>
                <a:spcPts val="0"/>
              </a:spcAft>
              <a:buNone/>
            </a:pPr>
            <a:r>
              <a:rPr lang="en">
                <a:solidFill>
                  <a:schemeClr val="lt2"/>
                </a:solidFill>
                <a:latin typeface="Montserrat"/>
                <a:ea typeface="Montserrat"/>
                <a:cs typeface="Montserrat"/>
                <a:sym typeface="Montserrat"/>
              </a:rPr>
              <a:t>Mismatch penalty: 3</a:t>
            </a:r>
            <a:endParaRPr>
              <a:solidFill>
                <a:schemeClr val="lt2"/>
              </a:solidFill>
              <a:latin typeface="Montserrat"/>
              <a:ea typeface="Montserrat"/>
              <a:cs typeface="Montserrat"/>
              <a:sym typeface="Montserrat"/>
            </a:endParaRPr>
          </a:p>
          <a:p>
            <a:pPr indent="0" lvl="0" marL="457200" rtl="0" algn="l">
              <a:spcBef>
                <a:spcPts val="0"/>
              </a:spcBef>
              <a:spcAft>
                <a:spcPts val="0"/>
              </a:spcAft>
              <a:buNone/>
            </a:pPr>
            <a:r>
              <a:t/>
            </a:r>
            <a:endParaRPr>
              <a:solidFill>
                <a:schemeClr val="lt2"/>
              </a:solidFill>
              <a:latin typeface="Montserrat"/>
              <a:ea typeface="Montserrat"/>
              <a:cs typeface="Montserrat"/>
              <a:sym typeface="Montserrat"/>
            </a:endParaRPr>
          </a:p>
        </p:txBody>
      </p:sp>
      <p:sp>
        <p:nvSpPr>
          <p:cNvPr id="480" name="Google Shape;480;p61"/>
          <p:cNvSpPr txBox="1"/>
          <p:nvPr/>
        </p:nvSpPr>
        <p:spPr>
          <a:xfrm>
            <a:off x="2432225" y="3247425"/>
            <a:ext cx="1862700" cy="15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lt2"/>
                </a:solidFill>
                <a:latin typeface="Montserrat"/>
                <a:ea typeface="Montserrat"/>
                <a:cs typeface="Montserrat"/>
                <a:sym typeface="Montserrat"/>
              </a:rPr>
              <a:t>Proteins:</a:t>
            </a:r>
            <a:endParaRPr u="sng">
              <a:solidFill>
                <a:schemeClr val="lt2"/>
              </a:solidFill>
              <a:latin typeface="Montserrat"/>
              <a:ea typeface="Montserrat"/>
              <a:cs typeface="Montserrat"/>
              <a:sym typeface="Montserrat"/>
            </a:endParaRPr>
          </a:p>
          <a:p>
            <a:pPr indent="0" lvl="0" marL="0" rtl="0" algn="l">
              <a:spcBef>
                <a:spcPts val="0"/>
              </a:spcBef>
              <a:spcAft>
                <a:spcPts val="0"/>
              </a:spcAft>
              <a:buNone/>
            </a:pPr>
            <a:r>
              <a:t/>
            </a:r>
            <a:endParaRPr>
              <a:solidFill>
                <a:schemeClr val="lt2"/>
              </a:solidFill>
              <a:latin typeface="Montserrat"/>
              <a:ea typeface="Montserrat"/>
              <a:cs typeface="Montserrat"/>
              <a:sym typeface="Montserrat"/>
            </a:endParaRPr>
          </a:p>
          <a:p>
            <a:pPr indent="0" lvl="0" marL="57150" rtl="0" algn="l">
              <a:spcBef>
                <a:spcPts val="0"/>
              </a:spcBef>
              <a:spcAft>
                <a:spcPts val="0"/>
              </a:spcAft>
              <a:buNone/>
            </a:pPr>
            <a:r>
              <a:rPr b="1" lang="en">
                <a:solidFill>
                  <a:schemeClr val="lt2"/>
                </a:solidFill>
                <a:latin typeface="Montserrat"/>
                <a:ea typeface="Montserrat"/>
                <a:cs typeface="Montserrat"/>
                <a:sym typeface="Montserrat"/>
              </a:rPr>
              <a:t>k : 3</a:t>
            </a:r>
            <a:endParaRPr b="1">
              <a:solidFill>
                <a:schemeClr val="lt2"/>
              </a:solidFill>
              <a:latin typeface="Montserrat"/>
              <a:ea typeface="Montserrat"/>
              <a:cs typeface="Montserrat"/>
              <a:sym typeface="Montserrat"/>
            </a:endParaRPr>
          </a:p>
          <a:p>
            <a:pPr indent="0" lvl="0" marL="57150" rtl="0" algn="l">
              <a:spcBef>
                <a:spcPts val="0"/>
              </a:spcBef>
              <a:spcAft>
                <a:spcPts val="0"/>
              </a:spcAft>
              <a:buNone/>
            </a:pPr>
            <a:r>
              <a:rPr b="1" lang="en">
                <a:solidFill>
                  <a:schemeClr val="lt2"/>
                </a:solidFill>
                <a:latin typeface="Montserrat"/>
                <a:ea typeface="Montserrat"/>
                <a:cs typeface="Montserrat"/>
                <a:sym typeface="Montserrat"/>
              </a:rPr>
              <a:t>threshT: 11</a:t>
            </a:r>
            <a:endParaRPr b="1">
              <a:solidFill>
                <a:schemeClr val="lt2"/>
              </a:solidFill>
              <a:latin typeface="Montserrat"/>
              <a:ea typeface="Montserrat"/>
              <a:cs typeface="Montserrat"/>
              <a:sym typeface="Montserrat"/>
            </a:endParaRPr>
          </a:p>
          <a:p>
            <a:pPr indent="0" lvl="0" marL="114300" rtl="0" algn="l">
              <a:spcBef>
                <a:spcPts val="0"/>
              </a:spcBef>
              <a:spcAft>
                <a:spcPts val="0"/>
              </a:spcAft>
              <a:buNone/>
            </a:pPr>
            <a:r>
              <a:rPr lang="en">
                <a:solidFill>
                  <a:schemeClr val="lt2"/>
                </a:solidFill>
                <a:latin typeface="Montserrat"/>
                <a:ea typeface="Montserrat"/>
                <a:cs typeface="Montserrat"/>
                <a:sym typeface="Montserrat"/>
              </a:rPr>
              <a:t>Scoring scheme: BLOSUM62</a:t>
            </a:r>
            <a:endParaRPr>
              <a:solidFill>
                <a:schemeClr val="lt2"/>
              </a:solidFill>
              <a:latin typeface="Montserrat"/>
              <a:ea typeface="Montserrat"/>
              <a:cs typeface="Montserrat"/>
              <a:sym typeface="Montserrat"/>
            </a:endParaRPr>
          </a:p>
          <a:p>
            <a:pPr indent="0" lvl="0" marL="0" rtl="0" algn="l">
              <a:spcBef>
                <a:spcPts val="0"/>
              </a:spcBef>
              <a:spcAft>
                <a:spcPts val="0"/>
              </a:spcAft>
              <a:buNone/>
            </a:pPr>
            <a:r>
              <a:t/>
            </a:r>
            <a:endParaRPr>
              <a:solidFill>
                <a:schemeClr val="lt2"/>
              </a:solidFill>
              <a:latin typeface="Montserrat"/>
              <a:ea typeface="Montserrat"/>
              <a:cs typeface="Montserrat"/>
              <a:sym typeface="Montserrat"/>
            </a:endParaRPr>
          </a:p>
        </p:txBody>
      </p:sp>
      <p:sp>
        <p:nvSpPr>
          <p:cNvPr id="481" name="Google Shape;481;p61"/>
          <p:cNvSpPr txBox="1"/>
          <p:nvPr/>
        </p:nvSpPr>
        <p:spPr>
          <a:xfrm>
            <a:off x="5796350" y="987963"/>
            <a:ext cx="1263300" cy="4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1"/>
                </a:solidFill>
                <a:latin typeface="Montserrat"/>
                <a:ea typeface="Montserrat"/>
                <a:cs typeface="Montserrat"/>
                <a:sym typeface="Montserrat"/>
              </a:rPr>
              <a:t>Branch and bound HSSP generation</a:t>
            </a:r>
            <a:endParaRPr sz="900">
              <a:solidFill>
                <a:schemeClr val="accent1"/>
              </a:solidFill>
              <a:latin typeface="Montserrat"/>
              <a:ea typeface="Montserrat"/>
              <a:cs typeface="Montserrat"/>
              <a:sym typeface="Montserrat"/>
            </a:endParaRPr>
          </a:p>
        </p:txBody>
      </p:sp>
      <p:sp>
        <p:nvSpPr>
          <p:cNvPr id="482" name="Google Shape;482;p61"/>
          <p:cNvSpPr txBox="1"/>
          <p:nvPr/>
        </p:nvSpPr>
        <p:spPr>
          <a:xfrm>
            <a:off x="5517725" y="581825"/>
            <a:ext cx="2607900" cy="3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2"/>
                </a:solidFill>
                <a:latin typeface="Montserrat"/>
                <a:ea typeface="Montserrat"/>
                <a:cs typeface="Montserrat"/>
                <a:sym typeface="Montserrat"/>
              </a:rPr>
              <a:t>Query: </a:t>
            </a:r>
            <a:r>
              <a:rPr b="1" lang="en" sz="1200">
                <a:solidFill>
                  <a:schemeClr val="dk1"/>
                </a:solidFill>
                <a:latin typeface="Montserrat"/>
                <a:ea typeface="Montserrat"/>
                <a:cs typeface="Montserrat"/>
                <a:sym typeface="Montserrat"/>
              </a:rPr>
              <a:t>ATT</a:t>
            </a:r>
            <a:r>
              <a:rPr b="1" lang="en" sz="1200">
                <a:solidFill>
                  <a:schemeClr val="lt2"/>
                </a:solidFill>
                <a:latin typeface="Montserrat"/>
                <a:ea typeface="Montserrat"/>
                <a:cs typeface="Montserrat"/>
                <a:sym typeface="Montserrat"/>
              </a:rPr>
              <a:t>CAGTAAGATCGATC</a:t>
            </a:r>
            <a:endParaRPr b="1" sz="1200">
              <a:solidFill>
                <a:schemeClr val="lt2"/>
              </a:solidFill>
              <a:latin typeface="Montserrat"/>
              <a:ea typeface="Montserrat"/>
              <a:cs typeface="Montserrat"/>
              <a:sym typeface="Montserrat"/>
            </a:endParaRPr>
          </a:p>
        </p:txBody>
      </p:sp>
      <p:sp>
        <p:nvSpPr>
          <p:cNvPr id="483" name="Google Shape;483;p61"/>
          <p:cNvSpPr txBox="1"/>
          <p:nvPr/>
        </p:nvSpPr>
        <p:spPr>
          <a:xfrm>
            <a:off x="4691075" y="1366075"/>
            <a:ext cx="4261200" cy="3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2"/>
                </a:solidFill>
                <a:latin typeface="Montserrat"/>
                <a:ea typeface="Montserrat"/>
                <a:cs typeface="Montserrat"/>
                <a:sym typeface="Montserrat"/>
              </a:rPr>
              <a:t>ATT, ATA, ATG, ATC, </a:t>
            </a:r>
            <a:r>
              <a:rPr b="1" lang="en" sz="1200">
                <a:solidFill>
                  <a:schemeClr val="dk1"/>
                </a:solidFill>
                <a:latin typeface="Montserrat"/>
                <a:ea typeface="Montserrat"/>
                <a:cs typeface="Montserrat"/>
                <a:sym typeface="Montserrat"/>
              </a:rPr>
              <a:t>AAT</a:t>
            </a:r>
            <a:r>
              <a:rPr b="1" lang="en" sz="1200">
                <a:solidFill>
                  <a:schemeClr val="lt2"/>
                </a:solidFill>
                <a:latin typeface="Montserrat"/>
                <a:ea typeface="Montserrat"/>
                <a:cs typeface="Montserrat"/>
                <a:sym typeface="Montserrat"/>
              </a:rPr>
              <a:t>, ACT, AGT, TTT, CTT, GTT, …</a:t>
            </a:r>
            <a:endParaRPr b="1" sz="1200">
              <a:solidFill>
                <a:schemeClr val="lt2"/>
              </a:solidFill>
              <a:latin typeface="Montserrat"/>
              <a:ea typeface="Montserrat"/>
              <a:cs typeface="Montserrat"/>
              <a:sym typeface="Montserrat"/>
            </a:endParaRPr>
          </a:p>
        </p:txBody>
      </p:sp>
      <p:graphicFrame>
        <p:nvGraphicFramePr>
          <p:cNvPr id="484" name="Google Shape;484;p61"/>
          <p:cNvGraphicFramePr/>
          <p:nvPr/>
        </p:nvGraphicFramePr>
        <p:xfrm>
          <a:off x="7321150" y="1996750"/>
          <a:ext cx="3000000" cy="3000000"/>
        </p:xfrm>
        <a:graphic>
          <a:graphicData uri="http://schemas.openxmlformats.org/drawingml/2006/table">
            <a:tbl>
              <a:tblPr>
                <a:noFill/>
                <a:tableStyleId>{655BA3FF-BF9A-419B-B8E1-38A0044ED013}</a:tableStyleId>
              </a:tblPr>
              <a:tblGrid>
                <a:gridCol w="756750"/>
                <a:gridCol w="756750"/>
              </a:tblGrid>
              <a:tr h="325625">
                <a:tc>
                  <a:txBody>
                    <a:bodyPr/>
                    <a:lstStyle/>
                    <a:p>
                      <a:pPr indent="0" lvl="0" marL="0" rtl="0" algn="l">
                        <a:spcBef>
                          <a:spcPts val="0"/>
                        </a:spcBef>
                        <a:spcAft>
                          <a:spcPts val="0"/>
                        </a:spcAft>
                        <a:buNone/>
                      </a:pPr>
                      <a:r>
                        <a:rPr lang="en" sz="1200">
                          <a:latin typeface="Montserrat"/>
                          <a:ea typeface="Montserrat"/>
                          <a:cs typeface="Montserrat"/>
                          <a:sym typeface="Montserrat"/>
                        </a:rPr>
                        <a:t>rKMER</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200">
                          <a:latin typeface="Montserrat"/>
                          <a:ea typeface="Montserrat"/>
                          <a:cs typeface="Montserrat"/>
                          <a:sym typeface="Montserrat"/>
                        </a:rPr>
                        <a:t>rPOS</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r>
              <a:tr h="325625">
                <a:tc>
                  <a:txBody>
                    <a:bodyPr/>
                    <a:lstStyle/>
                    <a:p>
                      <a:pPr indent="0" lvl="0" marL="0" rtl="0" algn="l">
                        <a:spcBef>
                          <a:spcPts val="0"/>
                        </a:spcBef>
                        <a:spcAft>
                          <a:spcPts val="0"/>
                        </a:spcAft>
                        <a:buNone/>
                      </a:pPr>
                      <a:r>
                        <a:rPr lang="en" sz="1200">
                          <a:latin typeface="Montserrat"/>
                          <a:ea typeface="Montserrat"/>
                          <a:cs typeface="Montserrat"/>
                          <a:sym typeface="Montserrat"/>
                        </a:rPr>
                        <a:t>41</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Montserrat"/>
                          <a:ea typeface="Montserrat"/>
                          <a:cs typeface="Montserrat"/>
                          <a:sym typeface="Montserrat"/>
                        </a:rPr>
                        <a:t>12</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25625">
                <a:tc>
                  <a:txBody>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3</a:t>
                      </a:r>
                      <a:endParaRPr b="1" sz="1200">
                        <a:solidFill>
                          <a:schemeClr val="dk1"/>
                        </a:solidFill>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83</a:t>
                      </a:r>
                      <a:endParaRPr b="1" sz="1200">
                        <a:solidFill>
                          <a:schemeClr val="dk1"/>
                        </a:solidFill>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25625">
                <a:tc>
                  <a:txBody>
                    <a:bodyPr/>
                    <a:lstStyle/>
                    <a:p>
                      <a:pPr indent="0" lvl="0" marL="0" rtl="0" algn="l">
                        <a:spcBef>
                          <a:spcPts val="0"/>
                        </a:spcBef>
                        <a:spcAft>
                          <a:spcPts val="0"/>
                        </a:spcAft>
                        <a:buNone/>
                      </a:pPr>
                      <a:r>
                        <a:rPr lang="en" sz="1200">
                          <a:latin typeface="Montserrat"/>
                          <a:ea typeface="Montserrat"/>
                          <a:cs typeface="Montserrat"/>
                          <a:sym typeface="Montserrat"/>
                        </a:rPr>
                        <a:t>51</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Montserrat"/>
                          <a:ea typeface="Montserrat"/>
                          <a:cs typeface="Montserrat"/>
                          <a:sym typeface="Montserrat"/>
                        </a:rPr>
                        <a:t>19</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25625">
                <a:tc>
                  <a:txBody>
                    <a:bodyPr/>
                    <a:lstStyle/>
                    <a:p>
                      <a:pPr indent="0" lvl="0" marL="0" rtl="0" algn="l">
                        <a:spcBef>
                          <a:spcPts val="0"/>
                        </a:spcBef>
                        <a:spcAft>
                          <a:spcPts val="0"/>
                        </a:spcAft>
                        <a:buNone/>
                      </a:pPr>
                      <a:r>
                        <a:rPr lang="en" sz="1200">
                          <a:latin typeface="Montserrat"/>
                          <a:ea typeface="Montserrat"/>
                          <a:cs typeface="Montserrat"/>
                          <a:sym typeface="Montserrat"/>
                        </a:rPr>
                        <a:t>20</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Montserrat"/>
                          <a:ea typeface="Montserrat"/>
                          <a:cs typeface="Montserrat"/>
                          <a:sym typeface="Montserrat"/>
                        </a:rPr>
                        <a:t>4</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bl>
          </a:graphicData>
        </a:graphic>
      </p:graphicFrame>
      <p:sp>
        <p:nvSpPr>
          <p:cNvPr id="485" name="Google Shape;485;p61"/>
          <p:cNvSpPr txBox="1"/>
          <p:nvPr/>
        </p:nvSpPr>
        <p:spPr>
          <a:xfrm>
            <a:off x="6107900" y="2293275"/>
            <a:ext cx="1119900" cy="4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2"/>
                </a:solidFill>
                <a:latin typeface="Montserrat"/>
                <a:ea typeface="Montserrat"/>
                <a:cs typeface="Montserrat"/>
                <a:sym typeface="Montserrat"/>
              </a:rPr>
              <a:t>∑ v x 4</a:t>
            </a:r>
            <a:r>
              <a:rPr b="1" baseline="30000" lang="en">
                <a:solidFill>
                  <a:schemeClr val="accent2"/>
                </a:solidFill>
                <a:latin typeface="Montserrat"/>
                <a:ea typeface="Montserrat"/>
                <a:cs typeface="Montserrat"/>
                <a:sym typeface="Montserrat"/>
              </a:rPr>
              <a:t>k-p-1</a:t>
            </a:r>
            <a:endParaRPr b="1" baseline="30000">
              <a:solidFill>
                <a:schemeClr val="accent2"/>
              </a:solidFill>
              <a:latin typeface="Montserrat"/>
              <a:ea typeface="Montserrat"/>
              <a:cs typeface="Montserrat"/>
              <a:sym typeface="Montserrat"/>
            </a:endParaRPr>
          </a:p>
        </p:txBody>
      </p:sp>
      <p:cxnSp>
        <p:nvCxnSpPr>
          <p:cNvPr id="486" name="Google Shape;486;p61"/>
          <p:cNvCxnSpPr/>
          <p:nvPr/>
        </p:nvCxnSpPr>
        <p:spPr>
          <a:xfrm flipH="1">
            <a:off x="6519600" y="1868550"/>
            <a:ext cx="7200" cy="405900"/>
          </a:xfrm>
          <a:prstGeom prst="straightConnector1">
            <a:avLst/>
          </a:prstGeom>
          <a:noFill/>
          <a:ln cap="flat" cmpd="sng" w="19050">
            <a:solidFill>
              <a:schemeClr val="lt2"/>
            </a:solidFill>
            <a:prstDash val="solid"/>
            <a:round/>
            <a:headEnd len="med" w="med" type="none"/>
            <a:tailEnd len="med" w="med" type="stealth"/>
          </a:ln>
        </p:spPr>
      </p:cxnSp>
      <p:sp>
        <p:nvSpPr>
          <p:cNvPr id="487" name="Google Shape;487;p61"/>
          <p:cNvSpPr/>
          <p:nvPr/>
        </p:nvSpPr>
        <p:spPr>
          <a:xfrm>
            <a:off x="6526800" y="2728200"/>
            <a:ext cx="670075" cy="462075"/>
          </a:xfrm>
          <a:custGeom>
            <a:rect b="b" l="l" r="r" t="t"/>
            <a:pathLst>
              <a:path extrusionOk="0" h="18483" w="26803">
                <a:moveTo>
                  <a:pt x="0" y="0"/>
                </a:moveTo>
                <a:cubicBezTo>
                  <a:pt x="0" y="4792"/>
                  <a:pt x="9" y="10580"/>
                  <a:pt x="3397" y="13968"/>
                </a:cubicBezTo>
                <a:cubicBezTo>
                  <a:pt x="9000" y="19571"/>
                  <a:pt x="18879" y="18121"/>
                  <a:pt x="26803" y="18121"/>
                </a:cubicBezTo>
              </a:path>
            </a:pathLst>
          </a:custGeom>
          <a:noFill/>
          <a:ln cap="flat" cmpd="sng" w="19050">
            <a:solidFill>
              <a:schemeClr val="lt2"/>
            </a:solidFill>
            <a:prstDash val="solid"/>
            <a:round/>
            <a:headEnd len="med" w="med" type="none"/>
            <a:tailEnd len="med" w="med" type="stealth"/>
          </a:ln>
        </p:spPr>
      </p:sp>
      <p:graphicFrame>
        <p:nvGraphicFramePr>
          <p:cNvPr id="488" name="Google Shape;488;p61"/>
          <p:cNvGraphicFramePr/>
          <p:nvPr/>
        </p:nvGraphicFramePr>
        <p:xfrm>
          <a:off x="4903050" y="1956100"/>
          <a:ext cx="3000000" cy="3000000"/>
        </p:xfrm>
        <a:graphic>
          <a:graphicData uri="http://schemas.openxmlformats.org/drawingml/2006/table">
            <a:tbl>
              <a:tblPr>
                <a:noFill/>
                <a:tableStyleId>{655BA3FF-BF9A-419B-B8E1-38A0044ED013}</a:tableStyleId>
              </a:tblPr>
              <a:tblGrid>
                <a:gridCol w="602425"/>
                <a:gridCol w="602425"/>
              </a:tblGrid>
              <a:tr h="354375">
                <a:tc>
                  <a:txBody>
                    <a:bodyPr/>
                    <a:lstStyle/>
                    <a:p>
                      <a:pPr indent="0" lvl="0" marL="0" rtl="0" algn="l">
                        <a:spcBef>
                          <a:spcPts val="0"/>
                        </a:spcBef>
                        <a:spcAft>
                          <a:spcPts val="0"/>
                        </a:spcAft>
                        <a:buNone/>
                      </a:pPr>
                      <a:r>
                        <a:rPr lang="en" sz="1200">
                          <a:latin typeface="Montserrat"/>
                          <a:ea typeface="Montserrat"/>
                          <a:cs typeface="Montserrat"/>
                          <a:sym typeface="Montserrat"/>
                        </a:rPr>
                        <a:t>char</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200">
                          <a:latin typeface="Montserrat"/>
                          <a:ea typeface="Montserrat"/>
                          <a:cs typeface="Montserrat"/>
                          <a:sym typeface="Montserrat"/>
                        </a:rPr>
                        <a:t>v</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r>
              <a:tr h="343200">
                <a:tc>
                  <a:txBody>
                    <a:bodyPr/>
                    <a:lstStyle/>
                    <a:p>
                      <a:pPr indent="0" lvl="0" marL="0" rtl="0" algn="l">
                        <a:spcBef>
                          <a:spcPts val="0"/>
                        </a:spcBef>
                        <a:spcAft>
                          <a:spcPts val="0"/>
                        </a:spcAft>
                        <a:buNone/>
                      </a:pPr>
                      <a:r>
                        <a:rPr lang="en" sz="1200">
                          <a:latin typeface="Montserrat"/>
                          <a:ea typeface="Montserrat"/>
                          <a:cs typeface="Montserrat"/>
                          <a:sym typeface="Montserrat"/>
                        </a:rPr>
                        <a:t>A</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Montserrat"/>
                          <a:ea typeface="Montserrat"/>
                          <a:cs typeface="Montserrat"/>
                          <a:sym typeface="Montserrat"/>
                        </a:rPr>
                        <a:t>0</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77025">
                <a:tc>
                  <a:txBody>
                    <a:bodyPr/>
                    <a:lstStyle/>
                    <a:p>
                      <a:pPr indent="0" lvl="0" marL="0" rtl="0" algn="l">
                        <a:spcBef>
                          <a:spcPts val="0"/>
                        </a:spcBef>
                        <a:spcAft>
                          <a:spcPts val="0"/>
                        </a:spcAft>
                        <a:buNone/>
                      </a:pPr>
                      <a:r>
                        <a:rPr lang="en" sz="1200">
                          <a:latin typeface="Montserrat"/>
                          <a:ea typeface="Montserrat"/>
                          <a:cs typeface="Montserrat"/>
                          <a:sym typeface="Montserrat"/>
                        </a:rPr>
                        <a:t>C</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Montserrat"/>
                          <a:ea typeface="Montserrat"/>
                          <a:cs typeface="Montserrat"/>
                          <a:sym typeface="Montserrat"/>
                        </a:rPr>
                        <a:t>1</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77025">
                <a:tc>
                  <a:txBody>
                    <a:bodyPr/>
                    <a:lstStyle/>
                    <a:p>
                      <a:pPr indent="0" lvl="0" marL="0" rtl="0" algn="l">
                        <a:spcBef>
                          <a:spcPts val="0"/>
                        </a:spcBef>
                        <a:spcAft>
                          <a:spcPts val="0"/>
                        </a:spcAft>
                        <a:buNone/>
                      </a:pPr>
                      <a:r>
                        <a:rPr lang="en" sz="1200">
                          <a:latin typeface="Montserrat"/>
                          <a:ea typeface="Montserrat"/>
                          <a:cs typeface="Montserrat"/>
                          <a:sym typeface="Montserrat"/>
                        </a:rPr>
                        <a:t>G</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Montserrat"/>
                          <a:ea typeface="Montserrat"/>
                          <a:cs typeface="Montserrat"/>
                          <a:sym typeface="Montserrat"/>
                        </a:rPr>
                        <a:t>2</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77025">
                <a:tc>
                  <a:txBody>
                    <a:bodyPr/>
                    <a:lstStyle/>
                    <a:p>
                      <a:pPr indent="0" lvl="0" marL="0" rtl="0" algn="l">
                        <a:spcBef>
                          <a:spcPts val="0"/>
                        </a:spcBef>
                        <a:spcAft>
                          <a:spcPts val="0"/>
                        </a:spcAft>
                        <a:buNone/>
                      </a:pPr>
                      <a:r>
                        <a:rPr lang="en" sz="1200">
                          <a:latin typeface="Montserrat"/>
                          <a:ea typeface="Montserrat"/>
                          <a:cs typeface="Montserrat"/>
                          <a:sym typeface="Montserrat"/>
                        </a:rPr>
                        <a:t>T</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Montserrat"/>
                          <a:ea typeface="Montserrat"/>
                          <a:cs typeface="Montserrat"/>
                          <a:sym typeface="Montserrat"/>
                        </a:rPr>
                        <a:t>3</a:t>
                      </a:r>
                      <a:endParaRPr sz="1200">
                        <a:latin typeface="Montserrat"/>
                        <a:ea typeface="Montserrat"/>
                        <a:cs typeface="Montserrat"/>
                        <a:sym typeface="Montserrat"/>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bl>
          </a:graphicData>
        </a:graphic>
      </p:graphicFrame>
      <p:sp>
        <p:nvSpPr>
          <p:cNvPr id="489" name="Google Shape;489;p61"/>
          <p:cNvSpPr txBox="1"/>
          <p:nvPr/>
        </p:nvSpPr>
        <p:spPr>
          <a:xfrm>
            <a:off x="5584625" y="4483950"/>
            <a:ext cx="2474100" cy="4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Montserrat"/>
                <a:ea typeface="Montserrat"/>
                <a:cs typeface="Montserrat"/>
                <a:sym typeface="Montserrat"/>
              </a:rPr>
              <a:t>Seed: (qPos, rPos, score)</a:t>
            </a:r>
            <a:endParaRPr b="1">
              <a:solidFill>
                <a:schemeClr val="dk1"/>
              </a:solidFill>
              <a:latin typeface="Montserrat"/>
              <a:ea typeface="Montserrat"/>
              <a:cs typeface="Montserrat"/>
              <a:sym typeface="Montserrat"/>
            </a:endParaRPr>
          </a:p>
        </p:txBody>
      </p:sp>
      <p:sp>
        <p:nvSpPr>
          <p:cNvPr id="490" name="Google Shape;490;p61"/>
          <p:cNvSpPr/>
          <p:nvPr/>
        </p:nvSpPr>
        <p:spPr>
          <a:xfrm rot="5400000">
            <a:off x="6476000" y="3732575"/>
            <a:ext cx="585000" cy="857700"/>
          </a:xfrm>
          <a:prstGeom prst="stripedRight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cxnSp>
        <p:nvCxnSpPr>
          <p:cNvPr id="495" name="Google Shape;495;p62"/>
          <p:cNvCxnSpPr/>
          <p:nvPr/>
        </p:nvCxnSpPr>
        <p:spPr>
          <a:xfrm>
            <a:off x="0" y="1218975"/>
            <a:ext cx="4572000" cy="0"/>
          </a:xfrm>
          <a:prstGeom prst="straightConnector1">
            <a:avLst/>
          </a:prstGeom>
          <a:noFill/>
          <a:ln cap="flat" cmpd="sng" w="9525">
            <a:solidFill>
              <a:schemeClr val="dk1"/>
            </a:solidFill>
            <a:prstDash val="solid"/>
            <a:round/>
            <a:headEnd len="med" w="med" type="none"/>
            <a:tailEnd len="med" w="med" type="none"/>
          </a:ln>
        </p:spPr>
      </p:cxnSp>
      <p:sp>
        <p:nvSpPr>
          <p:cNvPr id="496" name="Google Shape;496;p62"/>
          <p:cNvSpPr txBox="1"/>
          <p:nvPr>
            <p:ph type="title"/>
          </p:nvPr>
        </p:nvSpPr>
        <p:spPr>
          <a:xfrm>
            <a:off x="0" y="0"/>
            <a:ext cx="4572000" cy="12192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Step 2: Two-hit filtration</a:t>
            </a:r>
            <a:endParaRPr/>
          </a:p>
        </p:txBody>
      </p:sp>
      <p:sp>
        <p:nvSpPr>
          <p:cNvPr id="497" name="Google Shape;497;p62"/>
          <p:cNvSpPr txBox="1"/>
          <p:nvPr>
            <p:ph idx="1" type="body"/>
          </p:nvPr>
        </p:nvSpPr>
        <p:spPr>
          <a:xfrm>
            <a:off x="256025" y="1547275"/>
            <a:ext cx="3639600" cy="45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Examine a specific highlight more closely. In a few words, explain why this insight is important and how it applies to the upcoming quarter.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cxnSp>
        <p:nvCxnSpPr>
          <p:cNvPr id="502" name="Google Shape;502;p63"/>
          <p:cNvCxnSpPr/>
          <p:nvPr/>
        </p:nvCxnSpPr>
        <p:spPr>
          <a:xfrm>
            <a:off x="0" y="1218975"/>
            <a:ext cx="4572000" cy="0"/>
          </a:xfrm>
          <a:prstGeom prst="straightConnector1">
            <a:avLst/>
          </a:prstGeom>
          <a:noFill/>
          <a:ln cap="flat" cmpd="sng" w="9525">
            <a:solidFill>
              <a:schemeClr val="dk1"/>
            </a:solidFill>
            <a:prstDash val="solid"/>
            <a:round/>
            <a:headEnd len="med" w="med" type="none"/>
            <a:tailEnd len="med" w="med" type="none"/>
          </a:ln>
        </p:spPr>
      </p:cxnSp>
      <p:sp>
        <p:nvSpPr>
          <p:cNvPr id="503" name="Google Shape;503;p63"/>
          <p:cNvSpPr txBox="1"/>
          <p:nvPr>
            <p:ph type="title"/>
          </p:nvPr>
        </p:nvSpPr>
        <p:spPr>
          <a:xfrm>
            <a:off x="0" y="0"/>
            <a:ext cx="4572000" cy="12189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Step 3: Extension</a:t>
            </a:r>
            <a:endParaRPr/>
          </a:p>
        </p:txBody>
      </p:sp>
      <p:sp>
        <p:nvSpPr>
          <p:cNvPr id="504" name="Google Shape;504;p63"/>
          <p:cNvSpPr txBox="1"/>
          <p:nvPr>
            <p:ph idx="1" type="body"/>
          </p:nvPr>
        </p:nvSpPr>
        <p:spPr>
          <a:xfrm>
            <a:off x="213525" y="1797075"/>
            <a:ext cx="3639600" cy="55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1100"/>
              <a:t>X-drop heuristic:</a:t>
            </a:r>
            <a:r>
              <a:rPr lang="en" sz="1100"/>
              <a:t> Stop extending the seed when the alignment score drops </a:t>
            </a:r>
            <a:r>
              <a:rPr i="1" lang="en" sz="1100"/>
              <a:t>X</a:t>
            </a:r>
            <a:r>
              <a:rPr lang="en" sz="1100"/>
              <a:t> below the maximum score achieved so far</a:t>
            </a:r>
            <a:endParaRPr sz="1100"/>
          </a:p>
        </p:txBody>
      </p:sp>
      <p:sp>
        <p:nvSpPr>
          <p:cNvPr id="505" name="Google Shape;505;p63"/>
          <p:cNvSpPr txBox="1"/>
          <p:nvPr>
            <p:ph idx="4" type="subTitle"/>
          </p:nvPr>
        </p:nvSpPr>
        <p:spPr>
          <a:xfrm>
            <a:off x="152900" y="1415213"/>
            <a:ext cx="3071100" cy="54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700"/>
              <a:t>Ungapped Extension</a:t>
            </a:r>
            <a:endParaRPr sz="1700"/>
          </a:p>
        </p:txBody>
      </p:sp>
      <p:sp>
        <p:nvSpPr>
          <p:cNvPr id="506" name="Google Shape;506;p63"/>
          <p:cNvSpPr txBox="1"/>
          <p:nvPr>
            <p:ph idx="4" type="subTitle"/>
          </p:nvPr>
        </p:nvSpPr>
        <p:spPr>
          <a:xfrm>
            <a:off x="155400" y="3621213"/>
            <a:ext cx="3071100" cy="54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700"/>
              <a:t>S</a:t>
            </a:r>
            <a:r>
              <a:rPr baseline="-25000" i="1" lang="en" sz="1700"/>
              <a:t>1</a:t>
            </a:r>
            <a:r>
              <a:rPr lang="en" sz="1700"/>
              <a:t> Threshold</a:t>
            </a:r>
            <a:endParaRPr sz="1700"/>
          </a:p>
        </p:txBody>
      </p:sp>
      <p:pic>
        <p:nvPicPr>
          <p:cNvPr id="507" name="Google Shape;507;p63"/>
          <p:cNvPicPr preferRelativeResize="0"/>
          <p:nvPr/>
        </p:nvPicPr>
        <p:blipFill>
          <a:blip r:embed="rId3">
            <a:alphaModFix/>
          </a:blip>
          <a:stretch>
            <a:fillRect/>
          </a:stretch>
        </p:blipFill>
        <p:spPr>
          <a:xfrm>
            <a:off x="4912875" y="208575"/>
            <a:ext cx="3975101" cy="1536150"/>
          </a:xfrm>
          <a:prstGeom prst="rect">
            <a:avLst/>
          </a:prstGeom>
          <a:noFill/>
          <a:ln>
            <a:noFill/>
          </a:ln>
        </p:spPr>
      </p:pic>
      <p:sp>
        <p:nvSpPr>
          <p:cNvPr id="508" name="Google Shape;508;p63"/>
          <p:cNvSpPr txBox="1"/>
          <p:nvPr/>
        </p:nvSpPr>
        <p:spPr>
          <a:xfrm>
            <a:off x="4912925" y="1744725"/>
            <a:ext cx="3975000" cy="6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lt2"/>
                </a:solidFill>
                <a:latin typeface="Montserrat"/>
                <a:ea typeface="Montserrat"/>
                <a:cs typeface="Montserrat"/>
                <a:sym typeface="Montserrat"/>
              </a:rPr>
              <a:t>The X-drop heuristic enables adaptive banding, allowing the alignment to explore more freely and produce better quality alignments.</a:t>
            </a:r>
            <a:endParaRPr i="1" sz="900">
              <a:solidFill>
                <a:schemeClr val="lt2"/>
              </a:solidFill>
              <a:latin typeface="Montserrat"/>
              <a:ea typeface="Montserrat"/>
              <a:cs typeface="Montserrat"/>
              <a:sym typeface="Montserrat"/>
            </a:endParaRPr>
          </a:p>
        </p:txBody>
      </p:sp>
      <p:sp>
        <p:nvSpPr>
          <p:cNvPr id="509" name="Google Shape;509;p63"/>
          <p:cNvSpPr txBox="1"/>
          <p:nvPr>
            <p:ph idx="1" type="body"/>
          </p:nvPr>
        </p:nvSpPr>
        <p:spPr>
          <a:xfrm>
            <a:off x="155400" y="4047700"/>
            <a:ext cx="4261200" cy="753600"/>
          </a:xfrm>
          <a:prstGeom prst="rect">
            <a:avLst/>
          </a:prstGeom>
        </p:spPr>
        <p:txBody>
          <a:bodyPr anchorCtr="0" anchor="t" bIns="0" lIns="0" spcFirstLastPara="1" rIns="0" wrap="square" tIns="0">
            <a:spAutoFit/>
          </a:bodyPr>
          <a:lstStyle/>
          <a:p>
            <a:pPr indent="-298450" lvl="0" marL="457200" rtl="0" algn="l">
              <a:spcBef>
                <a:spcPts val="0"/>
              </a:spcBef>
              <a:spcAft>
                <a:spcPts val="0"/>
              </a:spcAft>
              <a:buSzPts val="1100"/>
              <a:buChar char="●"/>
            </a:pPr>
            <a:r>
              <a:rPr lang="en" sz="1100"/>
              <a:t>E-value–based statistical threshold – which of the ungapped </a:t>
            </a:r>
            <a:r>
              <a:rPr lang="en" sz="1100"/>
              <a:t>alignments</a:t>
            </a:r>
            <a:r>
              <a:rPr lang="en" sz="1100"/>
              <a:t> are statistically significant?</a:t>
            </a:r>
            <a:endParaRPr sz="1100"/>
          </a:p>
          <a:p>
            <a:pPr indent="-298450" lvl="0" marL="457200" rtl="0" algn="l">
              <a:spcBef>
                <a:spcPts val="0"/>
              </a:spcBef>
              <a:spcAft>
                <a:spcPts val="0"/>
              </a:spcAft>
              <a:buSzPts val="1100"/>
              <a:buChar char="●"/>
            </a:pPr>
            <a:r>
              <a:rPr lang="en" sz="1100"/>
              <a:t>Due to limited compute power, we are taking the top 3% of significant hits for gapped extension</a:t>
            </a:r>
            <a:endParaRPr sz="1100"/>
          </a:p>
        </p:txBody>
      </p:sp>
      <p:sp>
        <p:nvSpPr>
          <p:cNvPr id="510" name="Google Shape;510;p63"/>
          <p:cNvSpPr txBox="1"/>
          <p:nvPr>
            <p:ph idx="1" type="body"/>
          </p:nvPr>
        </p:nvSpPr>
        <p:spPr>
          <a:xfrm>
            <a:off x="155400" y="2565850"/>
            <a:ext cx="4261200" cy="558600"/>
          </a:xfrm>
          <a:prstGeom prst="rect">
            <a:avLst/>
          </a:prstGeom>
        </p:spPr>
        <p:txBody>
          <a:bodyPr anchorCtr="0" anchor="t" bIns="0" lIns="0" spcFirstLastPara="1" rIns="0" wrap="square" tIns="0">
            <a:spAutoFit/>
          </a:bodyPr>
          <a:lstStyle/>
          <a:p>
            <a:pPr indent="-298450" lvl="0" marL="457200" rtl="0" algn="l">
              <a:spcBef>
                <a:spcPts val="0"/>
              </a:spcBef>
              <a:spcAft>
                <a:spcPts val="0"/>
              </a:spcAft>
              <a:buSzPts val="1100"/>
              <a:buChar char="●"/>
            </a:pPr>
            <a:r>
              <a:rPr lang="en" sz="1100"/>
              <a:t>Greedy bidirectional extension anchored at the seed</a:t>
            </a:r>
            <a:endParaRPr sz="1100"/>
          </a:p>
          <a:p>
            <a:pPr indent="-298450" lvl="0" marL="457200" rtl="0" algn="l">
              <a:spcBef>
                <a:spcPts val="0"/>
              </a:spcBef>
              <a:spcAft>
                <a:spcPts val="0"/>
              </a:spcAft>
              <a:buSzPts val="1100"/>
              <a:buChar char="●"/>
            </a:pPr>
            <a:r>
              <a:rPr lang="en" sz="1100"/>
              <a:t>X-drop cuts off the alignment when it has depreciated too much</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cxnSp>
        <p:nvCxnSpPr>
          <p:cNvPr id="515" name="Google Shape;515;p64"/>
          <p:cNvCxnSpPr/>
          <p:nvPr/>
        </p:nvCxnSpPr>
        <p:spPr>
          <a:xfrm>
            <a:off x="0" y="1218975"/>
            <a:ext cx="4572000" cy="0"/>
          </a:xfrm>
          <a:prstGeom prst="straightConnector1">
            <a:avLst/>
          </a:prstGeom>
          <a:noFill/>
          <a:ln cap="flat" cmpd="sng" w="9525">
            <a:solidFill>
              <a:schemeClr val="dk1"/>
            </a:solidFill>
            <a:prstDash val="solid"/>
            <a:round/>
            <a:headEnd len="med" w="med" type="none"/>
            <a:tailEnd len="med" w="med" type="none"/>
          </a:ln>
        </p:spPr>
      </p:cxnSp>
      <p:sp>
        <p:nvSpPr>
          <p:cNvPr id="516" name="Google Shape;516;p64"/>
          <p:cNvSpPr txBox="1"/>
          <p:nvPr>
            <p:ph idx="1" type="body"/>
          </p:nvPr>
        </p:nvSpPr>
        <p:spPr>
          <a:xfrm>
            <a:off x="256025" y="2387225"/>
            <a:ext cx="3639600" cy="45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Examine a specific highlight more closely. In a few words, explain why this insight is important and how it applies to the upcoming quarter.</a:t>
            </a:r>
            <a:endParaRPr/>
          </a:p>
        </p:txBody>
      </p:sp>
      <p:sp>
        <p:nvSpPr>
          <p:cNvPr id="517" name="Google Shape;517;p64"/>
          <p:cNvSpPr txBox="1"/>
          <p:nvPr>
            <p:ph idx="4" type="subTitle"/>
          </p:nvPr>
        </p:nvSpPr>
        <p:spPr>
          <a:xfrm>
            <a:off x="152900" y="1415213"/>
            <a:ext cx="3071100" cy="54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700"/>
              <a:t>G</a:t>
            </a:r>
            <a:r>
              <a:rPr lang="en" sz="1700"/>
              <a:t>apped Extension</a:t>
            </a:r>
            <a:endParaRPr sz="1700"/>
          </a:p>
        </p:txBody>
      </p:sp>
      <p:sp>
        <p:nvSpPr>
          <p:cNvPr id="518" name="Google Shape;518;p64"/>
          <p:cNvSpPr txBox="1"/>
          <p:nvPr>
            <p:ph idx="4" type="subTitle"/>
          </p:nvPr>
        </p:nvSpPr>
        <p:spPr>
          <a:xfrm>
            <a:off x="152900" y="4012663"/>
            <a:ext cx="3071100" cy="54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700"/>
              <a:t>Backtracking</a:t>
            </a:r>
            <a:endParaRPr sz="1700"/>
          </a:p>
        </p:txBody>
      </p:sp>
      <p:sp>
        <p:nvSpPr>
          <p:cNvPr id="519" name="Google Shape;519;p64"/>
          <p:cNvSpPr txBox="1"/>
          <p:nvPr>
            <p:ph type="title"/>
          </p:nvPr>
        </p:nvSpPr>
        <p:spPr>
          <a:xfrm>
            <a:off x="0" y="0"/>
            <a:ext cx="4572000" cy="12189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Step 3: Extension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cxnSp>
        <p:nvCxnSpPr>
          <p:cNvPr id="524" name="Google Shape;524;p65"/>
          <p:cNvCxnSpPr/>
          <p:nvPr/>
        </p:nvCxnSpPr>
        <p:spPr>
          <a:xfrm>
            <a:off x="0" y="1218975"/>
            <a:ext cx="4572000" cy="0"/>
          </a:xfrm>
          <a:prstGeom prst="straightConnector1">
            <a:avLst/>
          </a:prstGeom>
          <a:noFill/>
          <a:ln cap="flat" cmpd="sng" w="9525">
            <a:solidFill>
              <a:schemeClr val="dk1"/>
            </a:solidFill>
            <a:prstDash val="solid"/>
            <a:round/>
            <a:headEnd len="med" w="med" type="none"/>
            <a:tailEnd len="med" w="med" type="none"/>
          </a:ln>
        </p:spPr>
      </p:cxnSp>
      <p:sp>
        <p:nvSpPr>
          <p:cNvPr id="525" name="Google Shape;525;p65"/>
          <p:cNvSpPr txBox="1"/>
          <p:nvPr>
            <p:ph idx="4" type="subTitle"/>
          </p:nvPr>
        </p:nvSpPr>
        <p:spPr>
          <a:xfrm>
            <a:off x="152900" y="1415293"/>
            <a:ext cx="4137300" cy="3472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700"/>
              <a:t>Query Coverage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Percent Identity</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Bit-Score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E-value</a:t>
            </a:r>
            <a:endParaRPr sz="1700"/>
          </a:p>
        </p:txBody>
      </p:sp>
      <p:sp>
        <p:nvSpPr>
          <p:cNvPr id="526" name="Google Shape;526;p65"/>
          <p:cNvSpPr txBox="1"/>
          <p:nvPr>
            <p:ph type="title"/>
          </p:nvPr>
        </p:nvSpPr>
        <p:spPr>
          <a:xfrm>
            <a:off x="0" y="0"/>
            <a:ext cx="4572000" cy="12189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Step 4: Evaluation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6"/>
          <p:cNvSpPr txBox="1"/>
          <p:nvPr>
            <p:ph type="title"/>
          </p:nvPr>
        </p:nvSpPr>
        <p:spPr>
          <a:xfrm>
            <a:off x="122675" y="400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User Interface</a:t>
            </a:r>
            <a:endParaRPr sz="3000"/>
          </a:p>
        </p:txBody>
      </p:sp>
      <p:pic>
        <p:nvPicPr>
          <p:cNvPr id="532" name="Google Shape;532;p66" title="miniBLAST_demo.mp4">
            <a:hlinkClick r:id="rId3"/>
          </p:cNvPr>
          <p:cNvPicPr preferRelativeResize="0"/>
          <p:nvPr/>
        </p:nvPicPr>
        <p:blipFill>
          <a:blip r:embed="rId4">
            <a:alphaModFix/>
          </a:blip>
          <a:stretch>
            <a:fillRect/>
          </a:stretch>
        </p:blipFill>
        <p:spPr>
          <a:xfrm>
            <a:off x="3097175" y="400200"/>
            <a:ext cx="5790800" cy="4343100"/>
          </a:xfrm>
          <a:prstGeom prst="rect">
            <a:avLst/>
          </a:prstGeom>
          <a:noFill/>
          <a:ln>
            <a:noFill/>
          </a:ln>
        </p:spPr>
      </p:pic>
      <p:sp>
        <p:nvSpPr>
          <p:cNvPr id="533" name="Google Shape;533;p66"/>
          <p:cNvSpPr txBox="1"/>
          <p:nvPr/>
        </p:nvSpPr>
        <p:spPr>
          <a:xfrm>
            <a:off x="256025" y="1179700"/>
            <a:ext cx="2301600" cy="3548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2"/>
              </a:buClr>
              <a:buSzPts val="1400"/>
              <a:buFont typeface="Montserrat"/>
              <a:buAutoNum type="arabicPeriod"/>
            </a:pPr>
            <a:r>
              <a:rPr lang="en">
                <a:solidFill>
                  <a:schemeClr val="lt2"/>
                </a:solidFill>
                <a:latin typeface="Montserrat"/>
                <a:ea typeface="Montserrat"/>
                <a:cs typeface="Montserrat"/>
                <a:sym typeface="Montserrat"/>
              </a:rPr>
              <a:t>Select query file</a:t>
            </a:r>
            <a:endParaRPr>
              <a:solidFill>
                <a:schemeClr val="lt2"/>
              </a:solidFill>
              <a:latin typeface="Montserrat"/>
              <a:ea typeface="Montserrat"/>
              <a:cs typeface="Montserrat"/>
              <a:sym typeface="Montserrat"/>
            </a:endParaRPr>
          </a:p>
          <a:p>
            <a:pPr indent="-317500" lvl="0" marL="457200" rtl="0" algn="l">
              <a:spcBef>
                <a:spcPts val="1000"/>
              </a:spcBef>
              <a:spcAft>
                <a:spcPts val="0"/>
              </a:spcAft>
              <a:buClr>
                <a:schemeClr val="lt2"/>
              </a:buClr>
              <a:buSzPts val="1400"/>
              <a:buFont typeface="Montserrat"/>
              <a:buAutoNum type="arabicPeriod"/>
            </a:pPr>
            <a:r>
              <a:rPr lang="en">
                <a:solidFill>
                  <a:schemeClr val="lt2"/>
                </a:solidFill>
                <a:latin typeface="Montserrat"/>
                <a:ea typeface="Montserrat"/>
                <a:cs typeface="Montserrat"/>
                <a:sym typeface="Montserrat"/>
              </a:rPr>
              <a:t>Specify sequence segment</a:t>
            </a:r>
            <a:endParaRPr>
              <a:solidFill>
                <a:schemeClr val="lt2"/>
              </a:solidFill>
              <a:latin typeface="Montserrat"/>
              <a:ea typeface="Montserrat"/>
              <a:cs typeface="Montserrat"/>
              <a:sym typeface="Montserrat"/>
            </a:endParaRPr>
          </a:p>
          <a:p>
            <a:pPr indent="-317500" lvl="0" marL="457200" rtl="0" algn="l">
              <a:spcBef>
                <a:spcPts val="1000"/>
              </a:spcBef>
              <a:spcAft>
                <a:spcPts val="0"/>
              </a:spcAft>
              <a:buClr>
                <a:schemeClr val="lt2"/>
              </a:buClr>
              <a:buSzPts val="1400"/>
              <a:buFont typeface="Montserrat"/>
              <a:buAutoNum type="arabicPeriod"/>
            </a:pPr>
            <a:r>
              <a:rPr lang="en">
                <a:solidFill>
                  <a:schemeClr val="lt2"/>
                </a:solidFill>
                <a:latin typeface="Montserrat"/>
                <a:ea typeface="Montserrat"/>
                <a:cs typeface="Montserrat"/>
                <a:sym typeface="Montserrat"/>
              </a:rPr>
              <a:t>Select corresponding database</a:t>
            </a:r>
            <a:endParaRPr>
              <a:solidFill>
                <a:schemeClr val="lt2"/>
              </a:solidFill>
              <a:latin typeface="Montserrat"/>
              <a:ea typeface="Montserrat"/>
              <a:cs typeface="Montserrat"/>
              <a:sym typeface="Montserrat"/>
            </a:endParaRPr>
          </a:p>
          <a:p>
            <a:pPr indent="-317500" lvl="0" marL="457200" rtl="0" algn="l">
              <a:spcBef>
                <a:spcPts val="1000"/>
              </a:spcBef>
              <a:spcAft>
                <a:spcPts val="0"/>
              </a:spcAft>
              <a:buClr>
                <a:schemeClr val="lt2"/>
              </a:buClr>
              <a:buSzPts val="1400"/>
              <a:buFont typeface="Montserrat"/>
              <a:buAutoNum type="arabicPeriod"/>
            </a:pPr>
            <a:r>
              <a:rPr lang="en">
                <a:solidFill>
                  <a:schemeClr val="lt2"/>
                </a:solidFill>
                <a:latin typeface="Montserrat"/>
                <a:ea typeface="Montserrat"/>
                <a:cs typeface="Montserrat"/>
                <a:sym typeface="Montserrat"/>
              </a:rPr>
              <a:t>Adjust value of A or n</a:t>
            </a:r>
            <a:endParaRPr>
              <a:solidFill>
                <a:schemeClr val="lt2"/>
              </a:solidFill>
              <a:latin typeface="Montserrat"/>
              <a:ea typeface="Montserrat"/>
              <a:cs typeface="Montserrat"/>
              <a:sym typeface="Montserrat"/>
            </a:endParaRPr>
          </a:p>
          <a:p>
            <a:pPr indent="-317500" lvl="0" marL="457200" rtl="0" algn="l">
              <a:spcBef>
                <a:spcPts val="1000"/>
              </a:spcBef>
              <a:spcAft>
                <a:spcPts val="1000"/>
              </a:spcAft>
              <a:buClr>
                <a:schemeClr val="lt2"/>
              </a:buClr>
              <a:buSzPts val="1400"/>
              <a:buFont typeface="Montserrat"/>
              <a:buAutoNum type="arabicPeriod"/>
            </a:pPr>
            <a:r>
              <a:rPr lang="en">
                <a:solidFill>
                  <a:schemeClr val="lt2"/>
                </a:solidFill>
                <a:latin typeface="Montserrat"/>
                <a:ea typeface="Montserrat"/>
                <a:cs typeface="Montserrat"/>
                <a:sym typeface="Montserrat"/>
              </a:rPr>
              <a:t>Download results csv, interactive alignment visual</a:t>
            </a:r>
            <a:endParaRPr>
              <a:solidFill>
                <a:schemeClr val="lt2"/>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1000"/>
                                        <p:tgtEl>
                                          <p:spTgt spid="5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7"/>
          <p:cNvSpPr txBox="1"/>
          <p:nvPr>
            <p:ph idx="4294967295" type="title"/>
          </p:nvPr>
        </p:nvSpPr>
        <p:spPr>
          <a:xfrm>
            <a:off x="483175" y="450025"/>
            <a:ext cx="8184600" cy="75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Application Examples</a:t>
            </a:r>
            <a:endParaRPr/>
          </a:p>
        </p:txBody>
      </p:sp>
      <p:sp>
        <p:nvSpPr>
          <p:cNvPr id="539" name="Google Shape;539;p67"/>
          <p:cNvSpPr txBox="1"/>
          <p:nvPr>
            <p:ph idx="2" type="body"/>
          </p:nvPr>
        </p:nvSpPr>
        <p:spPr>
          <a:xfrm>
            <a:off x="3853950" y="1547275"/>
            <a:ext cx="3079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i="1" lang="en" sz="1000"/>
              <a:t>Database: 0-400: RecA Ecoli, 401-550: RecA salmonella, 551-650: RecA non-E coli, res: RadA, Rad51, RPL1</a:t>
            </a:r>
            <a:endParaRPr sz="1400"/>
          </a:p>
        </p:txBody>
      </p:sp>
      <p:sp>
        <p:nvSpPr>
          <p:cNvPr id="540" name="Google Shape;540;p67"/>
          <p:cNvSpPr txBox="1"/>
          <p:nvPr>
            <p:ph idx="1" type="body"/>
          </p:nvPr>
        </p:nvSpPr>
        <p:spPr>
          <a:xfrm>
            <a:off x="247183" y="1547275"/>
            <a:ext cx="3639600" cy="2198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RecA: Essential DNA repair and recombination protein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Query: </a:t>
            </a:r>
            <a:r>
              <a:rPr i="1" lang="en" sz="1400"/>
              <a:t>E. coli </a:t>
            </a:r>
            <a:r>
              <a:rPr lang="en" sz="1400"/>
              <a:t>(strain K12) RecA</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Question: Which species has the most similar RecA sequence to </a:t>
            </a:r>
            <a:r>
              <a:rPr i="1" lang="en" sz="1400"/>
              <a:t>E. coli</a:t>
            </a:r>
            <a:r>
              <a:rPr lang="en" sz="1400"/>
              <a: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mini-BLAST</a:t>
            </a:r>
            <a:r>
              <a:rPr lang="en" sz="1400"/>
              <a:t>p runtime: ~6 minutes</a:t>
            </a:r>
            <a:endParaRPr sz="1400"/>
          </a:p>
        </p:txBody>
      </p:sp>
      <p:sp>
        <p:nvSpPr>
          <p:cNvPr id="541" name="Google Shape;541;p67"/>
          <p:cNvSpPr txBox="1"/>
          <p:nvPr>
            <p:ph type="title"/>
          </p:nvPr>
        </p:nvSpPr>
        <p:spPr>
          <a:xfrm>
            <a:off x="256025" y="213150"/>
            <a:ext cx="5750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Results:</a:t>
            </a:r>
            <a:endParaRPr/>
          </a:p>
        </p:txBody>
      </p:sp>
      <p:graphicFrame>
        <p:nvGraphicFramePr>
          <p:cNvPr id="542" name="Google Shape;542;p67"/>
          <p:cNvGraphicFramePr/>
          <p:nvPr/>
        </p:nvGraphicFramePr>
        <p:xfrm>
          <a:off x="3853950" y="2236000"/>
          <a:ext cx="3000000" cy="3000000"/>
        </p:xfrm>
        <a:graphic>
          <a:graphicData uri="http://schemas.openxmlformats.org/drawingml/2006/table">
            <a:tbl>
              <a:tblPr>
                <a:noFill/>
                <a:tableStyleId>{655BA3FF-BF9A-419B-B8E1-38A0044ED013}</a:tableStyleId>
              </a:tblPr>
              <a:tblGrid>
                <a:gridCol w="1269900"/>
                <a:gridCol w="1269900"/>
                <a:gridCol w="1269900"/>
                <a:gridCol w="1269900"/>
              </a:tblGrid>
              <a:tr h="400575">
                <a:tc>
                  <a:txBody>
                    <a:bodyPr/>
                    <a:lstStyle/>
                    <a:p>
                      <a:pPr indent="0" lvl="0" marL="0" rtl="0" algn="l">
                        <a:spcBef>
                          <a:spcPts val="0"/>
                        </a:spcBef>
                        <a:spcAft>
                          <a:spcPts val="0"/>
                        </a:spcAft>
                        <a:buNone/>
                      </a:pPr>
                      <a:r>
                        <a:rPr lang="en" sz="1100">
                          <a:latin typeface="Montserrat"/>
                          <a:ea typeface="Montserrat"/>
                          <a:cs typeface="Montserrat"/>
                          <a:sym typeface="Montserrat"/>
                        </a:rPr>
                        <a:t>Reference Organism(s)</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Coverage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Identity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E-Value</a:t>
                      </a:r>
                      <a:endParaRPr sz="1100">
                        <a:latin typeface="Montserrat"/>
                        <a:ea typeface="Montserrat"/>
                        <a:cs typeface="Montserrat"/>
                        <a:sym typeface="Montserrat"/>
                      </a:endParaRPr>
                    </a:p>
                  </a:txBody>
                  <a:tcPr marT="91425" marB="91425" marR="91425" marL="91425"/>
                </a:tc>
              </a:tr>
              <a:tr h="400575">
                <a:tc>
                  <a:txBody>
                    <a:bodyPr/>
                    <a:lstStyle/>
                    <a:p>
                      <a:pPr indent="0" lvl="0" marL="0" rtl="0" algn="l">
                        <a:spcBef>
                          <a:spcPts val="0"/>
                        </a:spcBef>
                        <a:spcAft>
                          <a:spcPts val="0"/>
                        </a:spcAft>
                        <a:buNone/>
                      </a:pPr>
                      <a:r>
                        <a:rPr lang="en" sz="1100">
                          <a:latin typeface="Montserrat"/>
                          <a:ea typeface="Montserrat"/>
                          <a:cs typeface="Montserrat"/>
                          <a:sym typeface="Montserrat"/>
                        </a:rPr>
                        <a:t>Ecoli</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82.72</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82.88</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4.63e-311</a:t>
                      </a:r>
                      <a:endParaRPr sz="1100">
                        <a:latin typeface="Montserrat"/>
                        <a:ea typeface="Montserrat"/>
                        <a:cs typeface="Montserrat"/>
                        <a:sym typeface="Montserrat"/>
                      </a:endParaRPr>
                    </a:p>
                  </a:txBody>
                  <a:tcPr marT="91425" marB="91425" marR="91425" marL="91425"/>
                </a:tc>
              </a:tr>
              <a:tr h="400575">
                <a:tc>
                  <a:txBody>
                    <a:bodyPr/>
                    <a:lstStyle/>
                    <a:p>
                      <a:pPr indent="0" lvl="0" marL="0" rtl="0" algn="l">
                        <a:spcBef>
                          <a:spcPts val="0"/>
                        </a:spcBef>
                        <a:spcAft>
                          <a:spcPts val="0"/>
                        </a:spcAft>
                        <a:buNone/>
                      </a:pPr>
                      <a:r>
                        <a:rPr lang="en" sz="1100">
                          <a:latin typeface="Montserrat"/>
                          <a:ea typeface="Montserrat"/>
                          <a:cs typeface="Montserrat"/>
                          <a:sym typeface="Montserrat"/>
                        </a:rPr>
                        <a:t>Ecoli, Salmonella</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82.72</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80.48</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4.20e-302</a:t>
                      </a:r>
                      <a:endParaRPr sz="1100">
                        <a:latin typeface="Montserrat"/>
                        <a:ea typeface="Montserrat"/>
                        <a:cs typeface="Montserrat"/>
                        <a:sym typeface="Montserrat"/>
                      </a:endParaRPr>
                    </a:p>
                  </a:txBody>
                  <a:tcPr marT="91425" marB="91425" marR="91425" marL="91425"/>
                </a:tc>
              </a:tr>
              <a:tr h="400575">
                <a:tc>
                  <a:txBody>
                    <a:bodyPr/>
                    <a:lstStyle/>
                    <a:p>
                      <a:pPr indent="0" lvl="0" marL="0" rtl="0" algn="l">
                        <a:spcBef>
                          <a:spcPts val="0"/>
                        </a:spcBef>
                        <a:spcAft>
                          <a:spcPts val="0"/>
                        </a:spcAft>
                        <a:buNone/>
                      </a:pPr>
                      <a:r>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400575">
                <a:tc>
                  <a:txBody>
                    <a:bodyPr/>
                    <a:lstStyle/>
                    <a:p>
                      <a:pPr indent="0" lvl="0" marL="0" rtl="0" algn="l">
                        <a:spcBef>
                          <a:spcPts val="0"/>
                        </a:spcBef>
                        <a:spcAft>
                          <a:spcPts val="0"/>
                        </a:spcAft>
                        <a:buNone/>
                      </a:pPr>
                      <a:r>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8"/>
          <p:cNvSpPr txBox="1"/>
          <p:nvPr>
            <p:ph idx="4294967295" type="title"/>
          </p:nvPr>
        </p:nvSpPr>
        <p:spPr>
          <a:xfrm>
            <a:off x="483175" y="450025"/>
            <a:ext cx="8184600" cy="75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Application Examples</a:t>
            </a:r>
            <a:endParaRPr/>
          </a:p>
        </p:txBody>
      </p:sp>
      <p:sp>
        <p:nvSpPr>
          <p:cNvPr id="548" name="Google Shape;548;p68"/>
          <p:cNvSpPr txBox="1"/>
          <p:nvPr>
            <p:ph idx="2" type="body"/>
          </p:nvPr>
        </p:nvSpPr>
        <p:spPr>
          <a:xfrm>
            <a:off x="4051575" y="1547275"/>
            <a:ext cx="44706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i="1" lang="en" sz="1000"/>
              <a:t>Database: 0-400-H1N1 (swine flu and seasonal variants), 401-550: H3N2 (seasonal variants), 551-650: H5N1 (bird flu), rest: CoV2, rhinovirus, 16S rRNA</a:t>
            </a:r>
            <a:endParaRPr sz="1000"/>
          </a:p>
        </p:txBody>
      </p:sp>
      <p:sp>
        <p:nvSpPr>
          <p:cNvPr id="549" name="Google Shape;549;p68"/>
          <p:cNvSpPr txBox="1"/>
          <p:nvPr>
            <p:ph idx="1" type="body"/>
          </p:nvPr>
        </p:nvSpPr>
        <p:spPr>
          <a:xfrm>
            <a:off x="255975" y="1547275"/>
            <a:ext cx="3639600" cy="318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H1N1: An </a:t>
            </a:r>
            <a:r>
              <a:rPr lang="en" sz="1400"/>
              <a:t>Influenza A strain that has developed in pigs, birds, and humans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Query: </a:t>
            </a:r>
            <a:r>
              <a:rPr lang="en" sz="1400"/>
              <a:t>H1N1 1934 (PR8) Segment 1</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Question: What influenza strains are most similar to this strain? What inferences can be made about its evolution based on this answer?</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mini-BLAST</a:t>
            </a:r>
            <a:r>
              <a:rPr lang="en" sz="1400"/>
              <a:t>n runtime: ~32 minutes</a:t>
            </a:r>
            <a:endParaRPr sz="1400"/>
          </a:p>
          <a:p>
            <a:pPr indent="0" lvl="0" marL="0" rtl="0" algn="l">
              <a:spcBef>
                <a:spcPts val="0"/>
              </a:spcBef>
              <a:spcAft>
                <a:spcPts val="0"/>
              </a:spcAft>
              <a:buNone/>
            </a:pPr>
            <a:r>
              <a:rPr lang="en" sz="1400"/>
              <a:t>**replace with segment 4, HA**</a:t>
            </a:r>
            <a:endParaRPr sz="1400"/>
          </a:p>
          <a:p>
            <a:pPr indent="0" lvl="0" marL="0" rtl="0" algn="l">
              <a:spcBef>
                <a:spcPts val="0"/>
              </a:spcBef>
              <a:spcAft>
                <a:spcPts val="0"/>
              </a:spcAft>
              <a:buNone/>
            </a:pPr>
            <a:r>
              <a:t/>
            </a:r>
            <a:endParaRPr sz="1400"/>
          </a:p>
        </p:txBody>
      </p:sp>
      <p:sp>
        <p:nvSpPr>
          <p:cNvPr id="550" name="Google Shape;550;p68"/>
          <p:cNvSpPr txBox="1"/>
          <p:nvPr>
            <p:ph type="title"/>
          </p:nvPr>
        </p:nvSpPr>
        <p:spPr>
          <a:xfrm>
            <a:off x="256025" y="213150"/>
            <a:ext cx="5750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Results:</a:t>
            </a:r>
            <a:endParaRPr/>
          </a:p>
        </p:txBody>
      </p:sp>
      <p:graphicFrame>
        <p:nvGraphicFramePr>
          <p:cNvPr id="551" name="Google Shape;551;p68"/>
          <p:cNvGraphicFramePr/>
          <p:nvPr/>
        </p:nvGraphicFramePr>
        <p:xfrm>
          <a:off x="3853950" y="2236000"/>
          <a:ext cx="3000000" cy="3000000"/>
        </p:xfrm>
        <a:graphic>
          <a:graphicData uri="http://schemas.openxmlformats.org/drawingml/2006/table">
            <a:tbl>
              <a:tblPr>
                <a:noFill/>
                <a:tableStyleId>{655BA3FF-BF9A-419B-B8E1-38A0044ED013}</a:tableStyleId>
              </a:tblPr>
              <a:tblGrid>
                <a:gridCol w="1269900"/>
                <a:gridCol w="1269900"/>
                <a:gridCol w="1269900"/>
                <a:gridCol w="1269900"/>
              </a:tblGrid>
              <a:tr h="400575">
                <a:tc>
                  <a:txBody>
                    <a:bodyPr/>
                    <a:lstStyle/>
                    <a:p>
                      <a:pPr indent="0" lvl="0" marL="0" rtl="0" algn="l">
                        <a:spcBef>
                          <a:spcPts val="0"/>
                        </a:spcBef>
                        <a:spcAft>
                          <a:spcPts val="0"/>
                        </a:spcAft>
                        <a:buNone/>
                      </a:pPr>
                      <a:r>
                        <a:rPr lang="en" sz="1100">
                          <a:latin typeface="Montserrat"/>
                          <a:ea typeface="Montserrat"/>
                          <a:cs typeface="Montserrat"/>
                          <a:sym typeface="Montserrat"/>
                        </a:rPr>
                        <a:t>Reference Index Cohort</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Coverage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Identity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E-Value</a:t>
                      </a:r>
                      <a:endParaRPr sz="1100">
                        <a:latin typeface="Montserrat"/>
                        <a:ea typeface="Montserrat"/>
                        <a:cs typeface="Montserrat"/>
                        <a:sym typeface="Montserrat"/>
                      </a:endParaRPr>
                    </a:p>
                  </a:txBody>
                  <a:tcPr marT="91425" marB="91425" marR="91425" marL="91425"/>
                </a:tc>
              </a:tr>
              <a:tr h="400575">
                <a:tc>
                  <a:txBody>
                    <a:bodyPr/>
                    <a:lstStyle/>
                    <a:p>
                      <a:pPr indent="0" lvl="0" marL="0" rtl="0" algn="l">
                        <a:spcBef>
                          <a:spcPts val="0"/>
                        </a:spcBef>
                        <a:spcAft>
                          <a:spcPts val="0"/>
                        </a:spcAft>
                        <a:buNone/>
                      </a:pPr>
                      <a:r>
                        <a:rPr lang="en" sz="1100">
                          <a:latin typeface="Montserrat"/>
                          <a:ea typeface="Montserrat"/>
                          <a:cs typeface="Montserrat"/>
                          <a:sym typeface="Montserrat"/>
                        </a:rPr>
                        <a:t>400-547</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~97</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~87</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0</a:t>
                      </a:r>
                      <a:endParaRPr sz="1100">
                        <a:latin typeface="Montserrat"/>
                        <a:ea typeface="Montserrat"/>
                        <a:cs typeface="Montserrat"/>
                        <a:sym typeface="Montserrat"/>
                      </a:endParaRPr>
                    </a:p>
                  </a:txBody>
                  <a:tcPr marT="91425" marB="91425" marR="91425" marL="91425"/>
                </a:tc>
              </a:tr>
              <a:tr h="400575">
                <a:tc>
                  <a:txBody>
                    <a:bodyPr/>
                    <a:lstStyle/>
                    <a:p>
                      <a:pPr indent="0" lvl="0" marL="0" rtl="0" algn="l">
                        <a:spcBef>
                          <a:spcPts val="0"/>
                        </a:spcBef>
                        <a:spcAft>
                          <a:spcPts val="0"/>
                        </a:spcAft>
                        <a:buNone/>
                      </a:pPr>
                      <a:r>
                        <a:rPr lang="en" sz="1100">
                          <a:latin typeface="Montserrat"/>
                          <a:ea typeface="Montserrat"/>
                          <a:cs typeface="Montserrat"/>
                          <a:sym typeface="Montserrat"/>
                        </a:rPr>
                        <a:t>38-645</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~97</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~86</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0</a:t>
                      </a:r>
                      <a:endParaRPr sz="1100">
                        <a:latin typeface="Montserrat"/>
                        <a:ea typeface="Montserrat"/>
                        <a:cs typeface="Montserrat"/>
                        <a:sym typeface="Montserrat"/>
                      </a:endParaRPr>
                    </a:p>
                  </a:txBody>
                  <a:tcPr marT="91425" marB="91425" marR="91425" marL="91425"/>
                </a:tc>
              </a:tr>
              <a:tr h="400575">
                <a:tc>
                  <a:txBody>
                    <a:bodyPr/>
                    <a:lstStyle/>
                    <a:p>
                      <a:pPr indent="0" lvl="0" marL="0" rtl="0" algn="l">
                        <a:spcBef>
                          <a:spcPts val="0"/>
                        </a:spcBef>
                        <a:spcAft>
                          <a:spcPts val="0"/>
                        </a:spcAft>
                        <a:buNone/>
                      </a:pPr>
                      <a:r>
                        <a:rPr lang="en" sz="1100">
                          <a:latin typeface="Montserrat"/>
                          <a:ea typeface="Montserrat"/>
                          <a:cs typeface="Montserrat"/>
                          <a:sym typeface="Montserrat"/>
                        </a:rPr>
                        <a:t>63-277</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1.45</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79.41</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100">
                          <a:latin typeface="Montserrat"/>
                          <a:ea typeface="Montserrat"/>
                          <a:cs typeface="Montserrat"/>
                          <a:sym typeface="Montserrat"/>
                        </a:rPr>
                        <a:t>5.59e-4</a:t>
                      </a:r>
                      <a:endParaRPr baseline="30000" sz="1100">
                        <a:latin typeface="Montserrat"/>
                        <a:ea typeface="Montserrat"/>
                        <a:cs typeface="Montserrat"/>
                        <a:sym typeface="Montserrat"/>
                      </a:endParaRPr>
                    </a:p>
                  </a:txBody>
                  <a:tcPr marT="91425" marB="91425" marR="91425" marL="91425"/>
                </a:tc>
              </a:tr>
              <a:tr h="400575">
                <a:tc>
                  <a:txBody>
                    <a:bodyPr/>
                    <a:lstStyle/>
                    <a:p>
                      <a:pPr indent="0" lvl="0" marL="0" rtl="0" algn="l">
                        <a:spcBef>
                          <a:spcPts val="0"/>
                        </a:spcBef>
                        <a:spcAft>
                          <a:spcPts val="0"/>
                        </a:spcAft>
                        <a:buNone/>
                      </a:pPr>
                      <a:r>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100">
                        <a:latin typeface="Montserrat"/>
                        <a:ea typeface="Montserrat"/>
                        <a:cs typeface="Montserrat"/>
                        <a:sym typeface="Montserrat"/>
                      </a:endParaRPr>
                    </a:p>
                  </a:txBody>
                  <a:tcPr marT="91425" marB="91425" marR="91425" marL="91425"/>
                </a:tc>
              </a:tr>
              <a:tr h="400575">
                <a:tc>
                  <a:txBody>
                    <a:bodyPr/>
                    <a:lstStyle/>
                    <a:p>
                      <a:pPr indent="0" lvl="0" marL="0" rtl="0" algn="l">
                        <a:spcBef>
                          <a:spcPts val="0"/>
                        </a:spcBef>
                        <a:spcAft>
                          <a:spcPts val="0"/>
                        </a:spcAft>
                        <a:buNone/>
                      </a:pPr>
                      <a:r>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1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9"/>
          <p:cNvSpPr txBox="1"/>
          <p:nvPr>
            <p:ph idx="4294967295" type="title"/>
          </p:nvPr>
        </p:nvSpPr>
        <p:spPr>
          <a:xfrm>
            <a:off x="483175" y="450025"/>
            <a:ext cx="8184600" cy="75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NCBI BLAST Comparison</a:t>
            </a:r>
            <a:endParaRPr/>
          </a:p>
        </p:txBody>
      </p:sp>
      <p:sp>
        <p:nvSpPr>
          <p:cNvPr id="557" name="Google Shape;557;p69"/>
          <p:cNvSpPr txBox="1"/>
          <p:nvPr>
            <p:ph idx="2" type="body"/>
          </p:nvPr>
        </p:nvSpPr>
        <p:spPr>
          <a:xfrm>
            <a:off x="502625" y="1599000"/>
            <a:ext cx="4340700" cy="39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Show side by side example output (segment 4 HA validation example)</a:t>
            </a:r>
            <a:endParaRPr sz="1200"/>
          </a:p>
        </p:txBody>
      </p:sp>
      <p:sp>
        <p:nvSpPr>
          <p:cNvPr id="558" name="Google Shape;558;p69"/>
          <p:cNvSpPr txBox="1"/>
          <p:nvPr>
            <p:ph idx="1" type="body"/>
          </p:nvPr>
        </p:nvSpPr>
        <p:spPr>
          <a:xfrm>
            <a:off x="5248375" y="4490275"/>
            <a:ext cx="3639600" cy="39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Address difference in alignment length and statistical values to transition to limitations</a:t>
            </a:r>
            <a:endParaRPr sz="1200"/>
          </a:p>
        </p:txBody>
      </p:sp>
      <p:sp>
        <p:nvSpPr>
          <p:cNvPr id="559" name="Google Shape;559;p69"/>
          <p:cNvSpPr txBox="1"/>
          <p:nvPr>
            <p:ph type="title"/>
          </p:nvPr>
        </p:nvSpPr>
        <p:spPr>
          <a:xfrm>
            <a:off x="256025" y="213150"/>
            <a:ext cx="5750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Results: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70"/>
          <p:cNvSpPr txBox="1"/>
          <p:nvPr>
            <p:ph type="title"/>
          </p:nvPr>
        </p:nvSpPr>
        <p:spPr>
          <a:xfrm>
            <a:off x="256025" y="390325"/>
            <a:ext cx="5750100" cy="44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200"/>
              <a:t>Limitations &amp; Future Directions</a:t>
            </a:r>
            <a:endParaRPr sz="3200"/>
          </a:p>
        </p:txBody>
      </p:sp>
      <p:sp>
        <p:nvSpPr>
          <p:cNvPr id="565" name="Google Shape;565;p70"/>
          <p:cNvSpPr txBox="1"/>
          <p:nvPr>
            <p:ph idx="1" type="body"/>
          </p:nvPr>
        </p:nvSpPr>
        <p:spPr>
          <a:xfrm>
            <a:off x="571775" y="1735935"/>
            <a:ext cx="2387400" cy="958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Limited database size and composition affects E-value power and reduces novel discovery</a:t>
            </a:r>
            <a:endParaRPr sz="1400"/>
          </a:p>
        </p:txBody>
      </p:sp>
      <p:sp>
        <p:nvSpPr>
          <p:cNvPr id="566" name="Google Shape;566;p70"/>
          <p:cNvSpPr txBox="1"/>
          <p:nvPr>
            <p:ph idx="2" type="title"/>
          </p:nvPr>
        </p:nvSpPr>
        <p:spPr>
          <a:xfrm>
            <a:off x="571775" y="1446860"/>
            <a:ext cx="1881600" cy="1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400"/>
              <a:t>Challenge 1</a:t>
            </a:r>
            <a:endParaRPr sz="1400"/>
          </a:p>
        </p:txBody>
      </p:sp>
      <p:cxnSp>
        <p:nvCxnSpPr>
          <p:cNvPr id="567" name="Google Shape;567;p70"/>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568" name="Google Shape;568;p70"/>
          <p:cNvSpPr txBox="1"/>
          <p:nvPr>
            <p:ph idx="1" type="body"/>
          </p:nvPr>
        </p:nvSpPr>
        <p:spPr>
          <a:xfrm>
            <a:off x="571775" y="3742178"/>
            <a:ext cx="2387400" cy="958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Use of larger and more diverse databases → parallelism would help handle runtime increase</a:t>
            </a:r>
            <a:endParaRPr sz="1400"/>
          </a:p>
        </p:txBody>
      </p:sp>
      <p:sp>
        <p:nvSpPr>
          <p:cNvPr id="569" name="Google Shape;569;p70"/>
          <p:cNvSpPr txBox="1"/>
          <p:nvPr>
            <p:ph idx="2" type="title"/>
          </p:nvPr>
        </p:nvSpPr>
        <p:spPr>
          <a:xfrm>
            <a:off x="571775" y="3453103"/>
            <a:ext cx="1881600" cy="1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400"/>
              <a:t>Future Direction</a:t>
            </a:r>
            <a:endParaRPr sz="1400"/>
          </a:p>
        </p:txBody>
      </p:sp>
      <p:sp>
        <p:nvSpPr>
          <p:cNvPr id="570" name="Google Shape;570;p70"/>
          <p:cNvSpPr txBox="1"/>
          <p:nvPr>
            <p:ph idx="1" type="body"/>
          </p:nvPr>
        </p:nvSpPr>
        <p:spPr>
          <a:xfrm>
            <a:off x="3378300" y="1735935"/>
            <a:ext cx="2387400" cy="1454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Hard threshold (% based) value for continuing with ungapped extension → potentially missing good alignments</a:t>
            </a:r>
            <a:endParaRPr sz="1400"/>
          </a:p>
          <a:p>
            <a:pPr indent="0" lvl="0" marL="0" rtl="0" algn="l">
              <a:spcBef>
                <a:spcPts val="0"/>
              </a:spcBef>
              <a:spcAft>
                <a:spcPts val="0"/>
              </a:spcAft>
              <a:buNone/>
            </a:pPr>
            <a:r>
              <a:t/>
            </a:r>
            <a:endParaRPr sz="1400"/>
          </a:p>
        </p:txBody>
      </p:sp>
      <p:sp>
        <p:nvSpPr>
          <p:cNvPr id="571" name="Google Shape;571;p70"/>
          <p:cNvSpPr txBox="1"/>
          <p:nvPr>
            <p:ph idx="2" type="title"/>
          </p:nvPr>
        </p:nvSpPr>
        <p:spPr>
          <a:xfrm>
            <a:off x="3378300" y="1446860"/>
            <a:ext cx="1881600" cy="1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400"/>
              <a:t>Challenge 2</a:t>
            </a:r>
            <a:endParaRPr sz="1400"/>
          </a:p>
        </p:txBody>
      </p:sp>
      <p:sp>
        <p:nvSpPr>
          <p:cNvPr id="572" name="Google Shape;572;p70"/>
          <p:cNvSpPr txBox="1"/>
          <p:nvPr>
            <p:ph idx="1" type="body"/>
          </p:nvPr>
        </p:nvSpPr>
        <p:spPr>
          <a:xfrm>
            <a:off x="3378300" y="3742178"/>
            <a:ext cx="2411400" cy="71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Parallelism would enable more computations without exploding runtime</a:t>
            </a:r>
            <a:endParaRPr sz="1400"/>
          </a:p>
        </p:txBody>
      </p:sp>
      <p:sp>
        <p:nvSpPr>
          <p:cNvPr id="573" name="Google Shape;573;p70"/>
          <p:cNvSpPr txBox="1"/>
          <p:nvPr>
            <p:ph idx="2" type="title"/>
          </p:nvPr>
        </p:nvSpPr>
        <p:spPr>
          <a:xfrm>
            <a:off x="3378300" y="3453103"/>
            <a:ext cx="1881600" cy="1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400"/>
              <a:t>Future Direction</a:t>
            </a:r>
            <a:endParaRPr sz="1400"/>
          </a:p>
        </p:txBody>
      </p:sp>
      <p:sp>
        <p:nvSpPr>
          <p:cNvPr id="574" name="Google Shape;574;p70"/>
          <p:cNvSpPr txBox="1"/>
          <p:nvPr>
            <p:ph idx="1" type="body"/>
          </p:nvPr>
        </p:nvSpPr>
        <p:spPr>
          <a:xfrm>
            <a:off x="6184825" y="1682685"/>
            <a:ext cx="2387400" cy="1454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Naive handling of ambiguous nucleotides or amino acid residues → reduced accuracy during seed selection and character scoring</a:t>
            </a:r>
            <a:endParaRPr sz="1400"/>
          </a:p>
        </p:txBody>
      </p:sp>
      <p:sp>
        <p:nvSpPr>
          <p:cNvPr id="575" name="Google Shape;575;p70"/>
          <p:cNvSpPr txBox="1"/>
          <p:nvPr>
            <p:ph idx="2" type="title"/>
          </p:nvPr>
        </p:nvSpPr>
        <p:spPr>
          <a:xfrm>
            <a:off x="6184825" y="1446860"/>
            <a:ext cx="1881600" cy="1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400"/>
              <a:t>Challenge 3</a:t>
            </a:r>
            <a:endParaRPr sz="1400"/>
          </a:p>
        </p:txBody>
      </p:sp>
      <p:sp>
        <p:nvSpPr>
          <p:cNvPr id="576" name="Google Shape;576;p70"/>
          <p:cNvSpPr txBox="1"/>
          <p:nvPr>
            <p:ph idx="1" type="body"/>
          </p:nvPr>
        </p:nvSpPr>
        <p:spPr>
          <a:xfrm>
            <a:off x="6184825" y="3742178"/>
            <a:ext cx="2387400" cy="463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Integrate these characters into our score matrices </a:t>
            </a:r>
            <a:endParaRPr sz="1400"/>
          </a:p>
        </p:txBody>
      </p:sp>
      <p:sp>
        <p:nvSpPr>
          <p:cNvPr id="577" name="Google Shape;577;p70"/>
          <p:cNvSpPr txBox="1"/>
          <p:nvPr>
            <p:ph idx="2" type="title"/>
          </p:nvPr>
        </p:nvSpPr>
        <p:spPr>
          <a:xfrm>
            <a:off x="6184825" y="3453103"/>
            <a:ext cx="1881600" cy="1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400"/>
              <a:t>Future Direction</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1"/>
          <p:cNvSpPr txBox="1"/>
          <p:nvPr>
            <p:ph type="title"/>
          </p:nvPr>
        </p:nvSpPr>
        <p:spPr>
          <a:xfrm>
            <a:off x="256025" y="213150"/>
            <a:ext cx="5750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References</a:t>
            </a:r>
            <a:endParaRPr/>
          </a:p>
        </p:txBody>
      </p:sp>
      <p:sp>
        <p:nvSpPr>
          <p:cNvPr id="583" name="Google Shape;583;p71"/>
          <p:cNvSpPr txBox="1"/>
          <p:nvPr/>
        </p:nvSpPr>
        <p:spPr>
          <a:xfrm>
            <a:off x="311450" y="896575"/>
            <a:ext cx="8238900" cy="39909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1200"/>
              </a:spcBef>
              <a:spcAft>
                <a:spcPts val="0"/>
              </a:spcAft>
              <a:buSzPts val="1000"/>
              <a:buFont typeface="Montserrat"/>
              <a:buAutoNum type="arabicPeriod"/>
            </a:pPr>
            <a:r>
              <a:rPr lang="en" sz="1000">
                <a:latin typeface="Montserrat"/>
                <a:ea typeface="Montserrat"/>
                <a:cs typeface="Montserrat"/>
                <a:sym typeface="Montserrat"/>
              </a:rPr>
              <a:t>Herbordt, Martin, et al. “Single pass, blast-like, approximate string matching on fpgas.” </a:t>
            </a:r>
            <a:r>
              <a:rPr i="1" lang="en" sz="1000">
                <a:latin typeface="Montserrat"/>
                <a:ea typeface="Montserrat"/>
                <a:cs typeface="Montserrat"/>
                <a:sym typeface="Montserrat"/>
              </a:rPr>
              <a:t>2006 14th Annual IEEE Symposium on Field-Programmable Custom Computing Machines</a:t>
            </a:r>
            <a:r>
              <a:rPr lang="en" sz="1000">
                <a:latin typeface="Montserrat"/>
                <a:ea typeface="Montserrat"/>
                <a:cs typeface="Montserrat"/>
                <a:sym typeface="Montserrat"/>
              </a:rPr>
              <a:t>, Apr. 2006, pp. 217–226, https://doi.org/10.1109/fccm.2006.64.</a:t>
            </a:r>
            <a:endParaRPr sz="1000">
              <a:latin typeface="Montserrat"/>
              <a:ea typeface="Montserrat"/>
              <a:cs typeface="Montserrat"/>
              <a:sym typeface="Montserrat"/>
            </a:endParaRPr>
          </a:p>
          <a:p>
            <a:pPr indent="0" lvl="0" marL="0" rtl="0" algn="l">
              <a:spcBef>
                <a:spcPts val="1200"/>
              </a:spcBef>
              <a:spcAft>
                <a:spcPts val="0"/>
              </a:spcAft>
              <a:buNone/>
            </a:pPr>
            <a:r>
              <a:t/>
            </a:r>
            <a:endParaRPr sz="1000">
              <a:solidFill>
                <a:schemeClr val="lt2"/>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Quarterly Planning Meeting">
  <a:themeElements>
    <a:clrScheme name="Simple Light">
      <a:dk1>
        <a:srgbClr val="D21117"/>
      </a:dk1>
      <a:lt1>
        <a:srgbClr val="F6EEEB"/>
      </a:lt1>
      <a:dk2>
        <a:srgbClr val="ECECEC"/>
      </a:dk2>
      <a:lt2>
        <a:srgbClr val="353635"/>
      </a:lt2>
      <a:accent1>
        <a:srgbClr val="B9DFFF"/>
      </a:accent1>
      <a:accent2>
        <a:srgbClr val="006CE9"/>
      </a:accent2>
      <a:accent3>
        <a:srgbClr val="FBFAFA"/>
      </a:accent3>
      <a:accent4>
        <a:srgbClr val="686868"/>
      </a:accent4>
      <a:accent5>
        <a:srgbClr val="C5C5C5"/>
      </a:accent5>
      <a:accent6>
        <a:srgbClr val="FFC1C3"/>
      </a:accent6>
      <a:hlink>
        <a:srgbClr val="006CE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